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DF5"/>
          </a:solidFill>
          <a:ln/>
        </p:spPr>
      </p:sp>
      <p:sp>
        <p:nvSpPr>
          <p:cNvPr id="3" name="Shap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solidFill>
            <a:srgbClr val="FFFFFF">
              <a:alpha val="0"/>
            </a:srgbClr>
          </a:solidFill>
          <a:ln w="79210">
            <a:solidFill>
              <a:srgbClr val="065F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8000" y="378000"/>
            <a:ext cx="9936000" cy="6804000"/>
          </a:xfrm>
          <a:prstGeom prst="rect">
            <a:avLst/>
          </a:prstGeom>
          <a:solidFill>
            <a:srgbClr val="FFFFFF">
              <a:alpha val="0"/>
            </a:srgbClr>
          </a:solidFill>
          <a:ln w="21603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8000" y="468000"/>
            <a:ext cx="9756000" cy="6624000"/>
          </a:xfrm>
          <a:prstGeom prst="rect">
            <a:avLst/>
          </a:prstGeom>
          <a:solidFill>
            <a:srgbClr val="FFFFFF">
              <a:alpha val="0"/>
            </a:srgbClr>
          </a:solidFill>
          <a:ln w="10801">
            <a:solidFill>
              <a:srgbClr val="065F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000" y="162000"/>
            <a:ext cx="324000" cy="3240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7" name="Shape 5"/>
          <p:cNvSpPr/>
          <p:nvPr/>
        </p:nvSpPr>
        <p:spPr>
          <a:xfrm>
            <a:off x="10206000" y="162000"/>
            <a:ext cx="324000" cy="3240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8" name="Shape 6"/>
          <p:cNvSpPr/>
          <p:nvPr/>
        </p:nvSpPr>
        <p:spPr>
          <a:xfrm>
            <a:off x="162000" y="7074000"/>
            <a:ext cx="324000" cy="3240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" name="Shape 7"/>
          <p:cNvSpPr/>
          <p:nvPr/>
        </p:nvSpPr>
        <p:spPr>
          <a:xfrm>
            <a:off x="10206000" y="7074000"/>
            <a:ext cx="324000" cy="32400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0" name="Image 0" descr="brasao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3906000" y="1980000"/>
            <a:ext cx="2880000" cy="2880000"/>
          </a:xfrm>
          <a:prstGeom prst="rect">
            <a:avLst/>
          </a:prstGeom>
        </p:spPr>
      </p:pic>
      <p:pic>
        <p:nvPicPr>
          <p:cNvPr id="11" name="Image 1" descr="bras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000" y="648000"/>
            <a:ext cx="792000" cy="828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40000" y="1548000"/>
            <a:ext cx="781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REPÚBLICA DE ANGOLA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40000" y="1782000"/>
            <a:ext cx="781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MINISTÉRIO DA EDUCAÇÃO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80000" y="2016000"/>
            <a:ext cx="8532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COMPLEXO ESCOLAR Nº 292, MJE SAMORA MACHEL - QUÊSSUA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80000" y="2448000"/>
            <a:ext cx="8532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00" b="1" spc="300" kern="0" dirty="0">
                <a:solidFill>
                  <a:srgbClr val="065F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DIPLOMA</a:t>
            </a:r>
            <a:endParaRPr lang="en-US" sz="3800" dirty="0"/>
          </a:p>
        </p:txBody>
      </p:sp>
      <p:sp>
        <p:nvSpPr>
          <p:cNvPr id="16" name="Text 12"/>
          <p:cNvSpPr/>
          <p:nvPr/>
        </p:nvSpPr>
        <p:spPr>
          <a:xfrm>
            <a:off x="1440000" y="3312000"/>
            <a:ext cx="7812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Direcção da instituição confere o presente diploma a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80000" y="3708000"/>
            <a:ext cx="8532000" cy="57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MANUEL BARTOLOMEU MATAMBA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2160000" y="4356000"/>
            <a:ext cx="6372000" cy="0"/>
          </a:xfrm>
          <a:prstGeom prst="line">
            <a:avLst/>
          </a:prstGeom>
          <a:noFill/>
          <a:ln w="18002">
            <a:solidFill>
              <a:srgbClr val="065F4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60000" y="4464000"/>
            <a:ext cx="8172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 ter concluído com aproveitamento o curso, conferindo-lhe os direitos inerentes.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440000" y="5472000"/>
            <a:ext cx="7812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Malanje, 05 de Outubro de 2026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440000" y="6552000"/>
            <a:ext cx="2592000" cy="0"/>
          </a:xfrm>
          <a:prstGeom prst="line">
            <a:avLst/>
          </a:prstGeom>
          <a:noFill/>
          <a:ln w="12602">
            <a:solidFill>
              <a:srgbClr val="11111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60000" y="6552000"/>
            <a:ext cx="2592000" cy="0"/>
          </a:xfrm>
          <a:prstGeom prst="line">
            <a:avLst/>
          </a:prstGeom>
          <a:noFill/>
          <a:ln w="12602">
            <a:solidFill>
              <a:srgbClr val="11111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440000" y="6588000"/>
            <a:ext cx="259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 Director Pedagógico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660000" y="6588000"/>
            <a:ext cx="2592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 Director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440000" y="6782400"/>
            <a:ext cx="2592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António César Paulino Dambi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660000" y="6782400"/>
            <a:ext cx="2592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Branca Francisco Andrade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770000" y="5760000"/>
            <a:ext cx="1152000" cy="1152000"/>
          </a:xfrm>
          <a:prstGeom prst="ellipse">
            <a:avLst/>
          </a:prstGeom>
          <a:solidFill>
            <a:srgbClr val="C9A227">
              <a:alpha val="95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4878000" y="5868000"/>
            <a:ext cx="936000" cy="936000"/>
          </a:xfrm>
          <a:prstGeom prst="ellipse">
            <a:avLst/>
          </a:prstGeom>
          <a:solidFill>
            <a:srgbClr val="FFFFFF">
              <a:alpha val="0"/>
            </a:srgbClr>
          </a:solidFill>
          <a:ln w="25203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78000" y="6210000"/>
            <a:ext cx="936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SELO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OFICIAL</a:t>
            </a:r>
            <a:endParaRPr lang="en-US" sz="700" dirty="0"/>
          </a:p>
        </p:txBody>
      </p:sp>
      <p:pic>
        <p:nvPicPr>
          <p:cNvPr id="30" name="Image 2" descr="QR de valida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6264000"/>
            <a:ext cx="648000" cy="6480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20000" y="6948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Livro 3 · Folha 12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144000" y="734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1/1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Louros Esmeralda</dc:title>
  <dc:subject>PptxGenJS Presentation</dc:subject>
  <dc:creator>Sistema de Gestão Escolar</dc:creator>
  <cp:lastModifiedBy>Sistema de Gestão Escolar</cp:lastModifiedBy>
  <cp:revision>1</cp:revision>
  <dcterms:created xsi:type="dcterms:W3CDTF">2026-10-05T12:38:18Z</dcterms:created>
  <dcterms:modified xsi:type="dcterms:W3CDTF">2026-10-05T12:38:18Z</dcterms:modified>
</cp:coreProperties>
</file>