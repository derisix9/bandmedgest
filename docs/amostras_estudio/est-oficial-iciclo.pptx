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7560000" cy="10692000"/>
  <p:notesSz cx="10692000" cy="756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4800" y="114984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111111"/>
            </a:solidFill>
            <a:prstDash val="solid"/>
          </a:ln>
        </p:spPr>
      </p:sp>
      <p:pic>
        <p:nvPicPr>
          <p:cNvPr id="3" name="Image 0" descr="logo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1310400" y="1531440"/>
            <a:ext cx="1440000" cy="1440000"/>
          </a:xfrm>
          <a:prstGeom prst="rect">
            <a:avLst/>
          </a:prstGeom>
        </p:spPr>
      </p:pic>
      <p:pic>
        <p:nvPicPr>
          <p:cNvPr id="4" name="Image 1" descr="brasa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00" y="1243440"/>
            <a:ext cx="324000" cy="342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4400" y="122904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REPÚBLICA DE ANGOLA</a:t>
            </a:r>
            <a:endParaRPr lang="en-US" sz="520" dirty="0"/>
          </a:p>
        </p:txBody>
      </p:sp>
      <p:sp>
        <p:nvSpPr>
          <p:cNvPr id="6" name="Text 2"/>
          <p:cNvSpPr/>
          <p:nvPr/>
        </p:nvSpPr>
        <p:spPr>
          <a:xfrm>
            <a:off x="1094400" y="132984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MINISTÉRIO DA EDUCAÇÃO</a:t>
            </a:r>
            <a:endParaRPr lang="en-US" sz="520" dirty="0"/>
          </a:p>
        </p:txBody>
      </p:sp>
      <p:sp>
        <p:nvSpPr>
          <p:cNvPr id="7" name="Text 3"/>
          <p:cNvSpPr/>
          <p:nvPr/>
        </p:nvSpPr>
        <p:spPr>
          <a:xfrm>
            <a:off x="1094400" y="1430640"/>
            <a:ext cx="1656000" cy="115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0B2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8" name="Text 4"/>
          <p:cNvSpPr/>
          <p:nvPr/>
        </p:nvSpPr>
        <p:spPr>
          <a:xfrm>
            <a:off x="1094400" y="153144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0B2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CICLO DO ENSINO SECUNDÁRIO</a:t>
            </a:r>
            <a:endParaRPr lang="en-US" sz="480" dirty="0"/>
          </a:p>
        </p:txBody>
      </p:sp>
      <p:sp>
        <p:nvSpPr>
          <p:cNvPr id="9" name="Shape 5"/>
          <p:cNvSpPr/>
          <p:nvPr/>
        </p:nvSpPr>
        <p:spPr>
          <a:xfrm>
            <a:off x="2822400" y="1279440"/>
            <a:ext cx="684000" cy="900000"/>
          </a:xfrm>
          <a:prstGeom prst="roundRect">
            <a:avLst>
              <a:gd name="adj" fmla="val 7036"/>
            </a:avLst>
          </a:prstGeom>
          <a:solidFill>
            <a:srgbClr val="FFFFFF"/>
          </a:solidFill>
          <a:ln w="10801">
            <a:solidFill>
              <a:srgbClr val="11111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52400" y="168984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 Nº 31 / 2025/2026</a:t>
            </a:r>
            <a:endParaRPr lang="en-US" sz="640" dirty="0"/>
          </a:p>
        </p:txBody>
      </p:sp>
      <p:sp>
        <p:nvSpPr>
          <p:cNvPr id="11" name="Text 7"/>
          <p:cNvSpPr/>
          <p:nvPr/>
        </p:nvSpPr>
        <p:spPr>
          <a:xfrm>
            <a:off x="752400" y="189144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Nome: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1094400" y="1877040"/>
            <a:ext cx="165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1094400" y="2021040"/>
            <a:ext cx="165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14" name="Text 10"/>
          <p:cNvSpPr/>
          <p:nvPr/>
        </p:nvSpPr>
        <p:spPr>
          <a:xfrm>
            <a:off x="752400" y="2121840"/>
            <a:ext cx="720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Lectivo:</a:t>
            </a:r>
            <a:endParaRPr lang="en-US" sz="600" dirty="0"/>
          </a:p>
        </p:txBody>
      </p:sp>
      <p:sp>
        <p:nvSpPr>
          <p:cNvPr id="15" name="Text 11"/>
          <p:cNvSpPr/>
          <p:nvPr/>
        </p:nvSpPr>
        <p:spPr>
          <a:xfrm>
            <a:off x="1310400" y="2107440"/>
            <a:ext cx="6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640" dirty="0"/>
          </a:p>
        </p:txBody>
      </p:sp>
      <p:sp>
        <p:nvSpPr>
          <p:cNvPr id="16" name="Text 12"/>
          <p:cNvSpPr/>
          <p:nvPr/>
        </p:nvSpPr>
        <p:spPr>
          <a:xfrm>
            <a:off x="1958400" y="2121840"/>
            <a:ext cx="504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Classe:</a:t>
            </a:r>
            <a:endParaRPr lang="en-US" sz="600" dirty="0"/>
          </a:p>
        </p:txBody>
      </p:sp>
      <p:sp>
        <p:nvSpPr>
          <p:cNvPr id="17" name="Text 13"/>
          <p:cNvSpPr/>
          <p:nvPr/>
        </p:nvSpPr>
        <p:spPr>
          <a:xfrm>
            <a:off x="2282400" y="2107440"/>
            <a:ext cx="46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</a:t>
            </a:r>
            <a:endParaRPr lang="en-US" sz="640" dirty="0"/>
          </a:p>
        </p:txBody>
      </p:sp>
      <p:sp>
        <p:nvSpPr>
          <p:cNvPr id="18" name="Shape 14"/>
          <p:cNvSpPr/>
          <p:nvPr/>
        </p:nvSpPr>
        <p:spPr>
          <a:xfrm>
            <a:off x="1310400" y="2251440"/>
            <a:ext cx="57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19" name="Shape 15"/>
          <p:cNvSpPr/>
          <p:nvPr/>
        </p:nvSpPr>
        <p:spPr>
          <a:xfrm>
            <a:off x="2282400" y="2251440"/>
            <a:ext cx="468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20" name="Text 16"/>
          <p:cNvSpPr/>
          <p:nvPr/>
        </p:nvSpPr>
        <p:spPr>
          <a:xfrm>
            <a:off x="2822400" y="227304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Turma:</a:t>
            </a:r>
            <a:endParaRPr lang="en-US" sz="600" dirty="0"/>
          </a:p>
        </p:txBody>
      </p:sp>
      <p:sp>
        <p:nvSpPr>
          <p:cNvPr id="21" name="Text 17"/>
          <p:cNvSpPr/>
          <p:nvPr/>
        </p:nvSpPr>
        <p:spPr>
          <a:xfrm>
            <a:off x="3146400" y="225864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640" dirty="0"/>
          </a:p>
        </p:txBody>
      </p:sp>
      <p:sp>
        <p:nvSpPr>
          <p:cNvPr id="22" name="Shape 18"/>
          <p:cNvSpPr/>
          <p:nvPr/>
        </p:nvSpPr>
        <p:spPr>
          <a:xfrm>
            <a:off x="3146400" y="2402640"/>
            <a:ext cx="360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23" name="Text 19"/>
          <p:cNvSpPr/>
          <p:nvPr/>
        </p:nvSpPr>
        <p:spPr>
          <a:xfrm>
            <a:off x="752400" y="2359440"/>
            <a:ext cx="288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Nº:</a:t>
            </a:r>
            <a:endParaRPr lang="en-US" sz="600" dirty="0"/>
          </a:p>
        </p:txBody>
      </p:sp>
      <p:sp>
        <p:nvSpPr>
          <p:cNvPr id="24" name="Text 20"/>
          <p:cNvSpPr/>
          <p:nvPr/>
        </p:nvSpPr>
        <p:spPr>
          <a:xfrm>
            <a:off x="986400" y="234504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640" dirty="0"/>
          </a:p>
        </p:txBody>
      </p:sp>
      <p:sp>
        <p:nvSpPr>
          <p:cNvPr id="25" name="Shape 21"/>
          <p:cNvSpPr/>
          <p:nvPr/>
        </p:nvSpPr>
        <p:spPr>
          <a:xfrm>
            <a:off x="986400" y="2489040"/>
            <a:ext cx="360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26" name="Text 22"/>
          <p:cNvSpPr/>
          <p:nvPr/>
        </p:nvSpPr>
        <p:spPr>
          <a:xfrm>
            <a:off x="1454400" y="235944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Período:</a:t>
            </a:r>
            <a:endParaRPr lang="en-US" sz="600" dirty="0"/>
          </a:p>
        </p:txBody>
      </p:sp>
      <p:sp>
        <p:nvSpPr>
          <p:cNvPr id="27" name="Text 23"/>
          <p:cNvSpPr/>
          <p:nvPr/>
        </p:nvSpPr>
        <p:spPr>
          <a:xfrm>
            <a:off x="1850400" y="2345040"/>
            <a:ext cx="147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</a:t>
            </a:r>
            <a:endParaRPr lang="en-US" sz="640" dirty="0"/>
          </a:p>
        </p:txBody>
      </p:sp>
      <p:sp>
        <p:nvSpPr>
          <p:cNvPr id="28" name="Shape 24"/>
          <p:cNvSpPr/>
          <p:nvPr/>
        </p:nvSpPr>
        <p:spPr>
          <a:xfrm>
            <a:off x="1850400" y="2489040"/>
            <a:ext cx="147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29" name="Text 25"/>
          <p:cNvSpPr/>
          <p:nvPr/>
        </p:nvSpPr>
        <p:spPr>
          <a:xfrm>
            <a:off x="2246400" y="2769840"/>
            <a:ext cx="115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</a:t>
            </a:r>
            <a:endParaRPr lang="en-US" sz="600" dirty="0"/>
          </a:p>
        </p:txBody>
      </p:sp>
      <p:sp>
        <p:nvSpPr>
          <p:cNvPr id="30" name="Shape 26"/>
          <p:cNvSpPr/>
          <p:nvPr/>
        </p:nvSpPr>
        <p:spPr>
          <a:xfrm>
            <a:off x="2174400" y="2921040"/>
            <a:ext cx="129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olid"/>
          </a:ln>
        </p:spPr>
      </p:sp>
      <p:pic>
        <p:nvPicPr>
          <p:cNvPr id="31" name="Image 2" descr="QR de validaçã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00" y="2593440"/>
            <a:ext cx="324000" cy="324000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590400" y="113544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33" name="Shape 28"/>
          <p:cNvSpPr/>
          <p:nvPr/>
        </p:nvSpPr>
        <p:spPr>
          <a:xfrm>
            <a:off x="3902400" y="114984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111111"/>
            </a:solidFill>
            <a:prstDash val="solid"/>
          </a:ln>
        </p:spPr>
      </p:sp>
      <p:pic>
        <p:nvPicPr>
          <p:cNvPr id="34" name="Image 3" descr="logo">    </p:cNvPr>
          <p:cNvPicPr>
            <a:picLocks noChangeAspect="1"/>
          </p:cNvPicPr>
          <p:nvPr/>
        </p:nvPicPr>
        <p:blipFill>
          <a:blip r:embed="rId4">
            <a:alphaModFix amt="8000"/>
          </a:blip>
          <a:stretch>
            <a:fillRect/>
          </a:stretch>
        </p:blipFill>
        <p:spPr>
          <a:xfrm>
            <a:off x="4608000" y="1531440"/>
            <a:ext cx="1440000" cy="1440000"/>
          </a:xfrm>
          <a:prstGeom prst="rect">
            <a:avLst/>
          </a:prstGeom>
        </p:spPr>
      </p:pic>
      <p:pic>
        <p:nvPicPr>
          <p:cNvPr id="35" name="Image 4" descr="brasa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0000" y="1243440"/>
            <a:ext cx="324000" cy="3420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392000" y="122904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REPÚBLICA DE ANGOLA</a:t>
            </a:r>
            <a:endParaRPr lang="en-US" sz="520" dirty="0"/>
          </a:p>
        </p:txBody>
      </p:sp>
      <p:sp>
        <p:nvSpPr>
          <p:cNvPr id="37" name="Text 30"/>
          <p:cNvSpPr/>
          <p:nvPr/>
        </p:nvSpPr>
        <p:spPr>
          <a:xfrm>
            <a:off x="4392000" y="132984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MINISTÉRIO DA EDUCAÇÃO</a:t>
            </a:r>
            <a:endParaRPr lang="en-US" sz="520" dirty="0"/>
          </a:p>
        </p:txBody>
      </p:sp>
      <p:sp>
        <p:nvSpPr>
          <p:cNvPr id="38" name="Text 31"/>
          <p:cNvSpPr/>
          <p:nvPr/>
        </p:nvSpPr>
        <p:spPr>
          <a:xfrm>
            <a:off x="4392000" y="1430640"/>
            <a:ext cx="1656000" cy="115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0B2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39" name="Text 32"/>
          <p:cNvSpPr/>
          <p:nvPr/>
        </p:nvSpPr>
        <p:spPr>
          <a:xfrm>
            <a:off x="4392000" y="153144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0B2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CICLO DO ENSINO SECUNDÁRIO</a:t>
            </a:r>
            <a:endParaRPr lang="en-US" sz="480" dirty="0"/>
          </a:p>
        </p:txBody>
      </p:sp>
      <p:sp>
        <p:nvSpPr>
          <p:cNvPr id="40" name="Shape 33"/>
          <p:cNvSpPr/>
          <p:nvPr/>
        </p:nvSpPr>
        <p:spPr>
          <a:xfrm>
            <a:off x="6120000" y="1279440"/>
            <a:ext cx="684000" cy="900000"/>
          </a:xfrm>
          <a:prstGeom prst="roundRect">
            <a:avLst>
              <a:gd name="adj" fmla="val 7036"/>
            </a:avLst>
          </a:prstGeom>
          <a:solidFill>
            <a:srgbClr val="FFFFFF"/>
          </a:solidFill>
          <a:ln w="10801">
            <a:solidFill>
              <a:srgbClr val="111111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4050000" y="168984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 Nº 31 / 2025/2026</a:t>
            </a:r>
            <a:endParaRPr lang="en-US" sz="640" dirty="0"/>
          </a:p>
        </p:txBody>
      </p:sp>
      <p:sp>
        <p:nvSpPr>
          <p:cNvPr id="42" name="Text 35"/>
          <p:cNvSpPr/>
          <p:nvPr/>
        </p:nvSpPr>
        <p:spPr>
          <a:xfrm>
            <a:off x="4050000" y="189144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Nome:</a:t>
            </a:r>
            <a:endParaRPr lang="en-US" sz="600" dirty="0"/>
          </a:p>
        </p:txBody>
      </p:sp>
      <p:sp>
        <p:nvSpPr>
          <p:cNvPr id="43" name="Text 36"/>
          <p:cNvSpPr/>
          <p:nvPr/>
        </p:nvSpPr>
        <p:spPr>
          <a:xfrm>
            <a:off x="4392000" y="1877040"/>
            <a:ext cx="165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700" dirty="0"/>
          </a:p>
        </p:txBody>
      </p:sp>
      <p:sp>
        <p:nvSpPr>
          <p:cNvPr id="44" name="Shape 37"/>
          <p:cNvSpPr/>
          <p:nvPr/>
        </p:nvSpPr>
        <p:spPr>
          <a:xfrm>
            <a:off x="4392000" y="2021040"/>
            <a:ext cx="165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45" name="Text 38"/>
          <p:cNvSpPr/>
          <p:nvPr/>
        </p:nvSpPr>
        <p:spPr>
          <a:xfrm>
            <a:off x="4050000" y="2121840"/>
            <a:ext cx="720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Lectivo:</a:t>
            </a:r>
            <a:endParaRPr lang="en-US" sz="600" dirty="0"/>
          </a:p>
        </p:txBody>
      </p:sp>
      <p:sp>
        <p:nvSpPr>
          <p:cNvPr id="46" name="Text 39"/>
          <p:cNvSpPr/>
          <p:nvPr/>
        </p:nvSpPr>
        <p:spPr>
          <a:xfrm>
            <a:off x="4608000" y="2107440"/>
            <a:ext cx="6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640" dirty="0"/>
          </a:p>
        </p:txBody>
      </p:sp>
      <p:sp>
        <p:nvSpPr>
          <p:cNvPr id="47" name="Text 40"/>
          <p:cNvSpPr/>
          <p:nvPr/>
        </p:nvSpPr>
        <p:spPr>
          <a:xfrm>
            <a:off x="5256000" y="2121840"/>
            <a:ext cx="504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Classe:</a:t>
            </a:r>
            <a:endParaRPr lang="en-US" sz="600" dirty="0"/>
          </a:p>
        </p:txBody>
      </p:sp>
      <p:sp>
        <p:nvSpPr>
          <p:cNvPr id="48" name="Text 41"/>
          <p:cNvSpPr/>
          <p:nvPr/>
        </p:nvSpPr>
        <p:spPr>
          <a:xfrm>
            <a:off x="5580000" y="2107440"/>
            <a:ext cx="46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</a:t>
            </a:r>
            <a:endParaRPr lang="en-US" sz="640" dirty="0"/>
          </a:p>
        </p:txBody>
      </p:sp>
      <p:sp>
        <p:nvSpPr>
          <p:cNvPr id="49" name="Shape 42"/>
          <p:cNvSpPr/>
          <p:nvPr/>
        </p:nvSpPr>
        <p:spPr>
          <a:xfrm>
            <a:off x="4608000" y="2251440"/>
            <a:ext cx="57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50" name="Shape 43"/>
          <p:cNvSpPr/>
          <p:nvPr/>
        </p:nvSpPr>
        <p:spPr>
          <a:xfrm>
            <a:off x="5580000" y="2251440"/>
            <a:ext cx="468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51" name="Text 44"/>
          <p:cNvSpPr/>
          <p:nvPr/>
        </p:nvSpPr>
        <p:spPr>
          <a:xfrm>
            <a:off x="6120000" y="227304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Turma:</a:t>
            </a:r>
            <a:endParaRPr lang="en-US" sz="600" dirty="0"/>
          </a:p>
        </p:txBody>
      </p:sp>
      <p:sp>
        <p:nvSpPr>
          <p:cNvPr id="52" name="Text 45"/>
          <p:cNvSpPr/>
          <p:nvPr/>
        </p:nvSpPr>
        <p:spPr>
          <a:xfrm>
            <a:off x="6444000" y="225864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640" dirty="0"/>
          </a:p>
        </p:txBody>
      </p:sp>
      <p:sp>
        <p:nvSpPr>
          <p:cNvPr id="53" name="Shape 46"/>
          <p:cNvSpPr/>
          <p:nvPr/>
        </p:nvSpPr>
        <p:spPr>
          <a:xfrm>
            <a:off x="6444000" y="2402640"/>
            <a:ext cx="360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54" name="Text 47"/>
          <p:cNvSpPr/>
          <p:nvPr/>
        </p:nvSpPr>
        <p:spPr>
          <a:xfrm>
            <a:off x="4050000" y="2359440"/>
            <a:ext cx="288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Nº:</a:t>
            </a:r>
            <a:endParaRPr lang="en-US" sz="600" dirty="0"/>
          </a:p>
        </p:txBody>
      </p:sp>
      <p:sp>
        <p:nvSpPr>
          <p:cNvPr id="55" name="Text 48"/>
          <p:cNvSpPr/>
          <p:nvPr/>
        </p:nvSpPr>
        <p:spPr>
          <a:xfrm>
            <a:off x="4284000" y="234504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640" dirty="0"/>
          </a:p>
        </p:txBody>
      </p:sp>
      <p:sp>
        <p:nvSpPr>
          <p:cNvPr id="56" name="Shape 49"/>
          <p:cNvSpPr/>
          <p:nvPr/>
        </p:nvSpPr>
        <p:spPr>
          <a:xfrm>
            <a:off x="4284000" y="2489040"/>
            <a:ext cx="360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57" name="Text 50"/>
          <p:cNvSpPr/>
          <p:nvPr/>
        </p:nvSpPr>
        <p:spPr>
          <a:xfrm>
            <a:off x="4752000" y="235944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Período:</a:t>
            </a:r>
            <a:endParaRPr lang="en-US" sz="600" dirty="0"/>
          </a:p>
        </p:txBody>
      </p:sp>
      <p:sp>
        <p:nvSpPr>
          <p:cNvPr id="58" name="Text 51"/>
          <p:cNvSpPr/>
          <p:nvPr/>
        </p:nvSpPr>
        <p:spPr>
          <a:xfrm>
            <a:off x="5148000" y="2345040"/>
            <a:ext cx="147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</a:t>
            </a:r>
            <a:endParaRPr lang="en-US" sz="640" dirty="0"/>
          </a:p>
        </p:txBody>
      </p:sp>
      <p:sp>
        <p:nvSpPr>
          <p:cNvPr id="59" name="Shape 52"/>
          <p:cNvSpPr/>
          <p:nvPr/>
        </p:nvSpPr>
        <p:spPr>
          <a:xfrm>
            <a:off x="5148000" y="2489040"/>
            <a:ext cx="147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60" name="Text 53"/>
          <p:cNvSpPr/>
          <p:nvPr/>
        </p:nvSpPr>
        <p:spPr>
          <a:xfrm>
            <a:off x="5544000" y="2769840"/>
            <a:ext cx="115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</a:t>
            </a:r>
            <a:endParaRPr lang="en-US" sz="600" dirty="0"/>
          </a:p>
        </p:txBody>
      </p:sp>
      <p:sp>
        <p:nvSpPr>
          <p:cNvPr id="61" name="Shape 54"/>
          <p:cNvSpPr/>
          <p:nvPr/>
        </p:nvSpPr>
        <p:spPr>
          <a:xfrm>
            <a:off x="5472000" y="2921040"/>
            <a:ext cx="129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olid"/>
          </a:ln>
        </p:spPr>
      </p:sp>
      <p:pic>
        <p:nvPicPr>
          <p:cNvPr id="62" name="Image 5" descr="QR de validaçã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8000" y="2593440"/>
            <a:ext cx="324000" cy="324000"/>
          </a:xfrm>
          <a:prstGeom prst="rect">
            <a:avLst/>
          </a:prstGeom>
        </p:spPr>
      </p:pic>
      <p:sp>
        <p:nvSpPr>
          <p:cNvPr id="63" name="Shape 55"/>
          <p:cNvSpPr/>
          <p:nvPr/>
        </p:nvSpPr>
        <p:spPr>
          <a:xfrm>
            <a:off x="3888000" y="113544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64" name="Shape 56"/>
          <p:cNvSpPr/>
          <p:nvPr/>
        </p:nvSpPr>
        <p:spPr>
          <a:xfrm>
            <a:off x="604800" y="330912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111111"/>
            </a:solidFill>
            <a:prstDash val="solid"/>
          </a:ln>
        </p:spPr>
      </p:sp>
      <p:pic>
        <p:nvPicPr>
          <p:cNvPr id="65" name="Image 6" descr="logo">    </p:cNvPr>
          <p:cNvPicPr>
            <a:picLocks noChangeAspect="1"/>
          </p:cNvPicPr>
          <p:nvPr/>
        </p:nvPicPr>
        <p:blipFill>
          <a:blip r:embed="rId7">
            <a:alphaModFix amt="8000"/>
          </a:blip>
          <a:stretch>
            <a:fillRect/>
          </a:stretch>
        </p:blipFill>
        <p:spPr>
          <a:xfrm>
            <a:off x="1310400" y="3690720"/>
            <a:ext cx="1440000" cy="1440000"/>
          </a:xfrm>
          <a:prstGeom prst="rect">
            <a:avLst/>
          </a:prstGeom>
        </p:spPr>
      </p:pic>
      <p:pic>
        <p:nvPicPr>
          <p:cNvPr id="66" name="Image 7" descr="brasa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00" y="3402720"/>
            <a:ext cx="324000" cy="342000"/>
          </a:xfrm>
          <a:prstGeom prst="rect">
            <a:avLst/>
          </a:prstGeom>
        </p:spPr>
      </p:pic>
      <p:sp>
        <p:nvSpPr>
          <p:cNvPr id="67" name="Text 57"/>
          <p:cNvSpPr/>
          <p:nvPr/>
        </p:nvSpPr>
        <p:spPr>
          <a:xfrm>
            <a:off x="1094400" y="338832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REPÚBLICA DE ANGOLA</a:t>
            </a:r>
            <a:endParaRPr lang="en-US" sz="520" dirty="0"/>
          </a:p>
        </p:txBody>
      </p:sp>
      <p:sp>
        <p:nvSpPr>
          <p:cNvPr id="68" name="Text 58"/>
          <p:cNvSpPr/>
          <p:nvPr/>
        </p:nvSpPr>
        <p:spPr>
          <a:xfrm>
            <a:off x="1094400" y="348912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MINISTÉRIO DA EDUCAÇÃO</a:t>
            </a:r>
            <a:endParaRPr lang="en-US" sz="520" dirty="0"/>
          </a:p>
        </p:txBody>
      </p:sp>
      <p:sp>
        <p:nvSpPr>
          <p:cNvPr id="69" name="Text 59"/>
          <p:cNvSpPr/>
          <p:nvPr/>
        </p:nvSpPr>
        <p:spPr>
          <a:xfrm>
            <a:off x="1094400" y="3589920"/>
            <a:ext cx="1656000" cy="115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0B2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70" name="Text 60"/>
          <p:cNvSpPr/>
          <p:nvPr/>
        </p:nvSpPr>
        <p:spPr>
          <a:xfrm>
            <a:off x="1094400" y="369072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0B2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CICLO DO ENSINO SECUNDÁRIO</a:t>
            </a:r>
            <a:endParaRPr lang="en-US" sz="480" dirty="0"/>
          </a:p>
        </p:txBody>
      </p:sp>
      <p:sp>
        <p:nvSpPr>
          <p:cNvPr id="71" name="Shape 61"/>
          <p:cNvSpPr/>
          <p:nvPr/>
        </p:nvSpPr>
        <p:spPr>
          <a:xfrm>
            <a:off x="2822400" y="3438720"/>
            <a:ext cx="684000" cy="900000"/>
          </a:xfrm>
          <a:prstGeom prst="roundRect">
            <a:avLst>
              <a:gd name="adj" fmla="val 7036"/>
            </a:avLst>
          </a:prstGeom>
          <a:solidFill>
            <a:srgbClr val="FFFFFF"/>
          </a:solidFill>
          <a:ln w="10801">
            <a:solidFill>
              <a:srgbClr val="111111"/>
            </a:solidFill>
            <a:prstDash val="solid"/>
          </a:ln>
        </p:spPr>
      </p:sp>
      <p:sp>
        <p:nvSpPr>
          <p:cNvPr id="72" name="Text 62"/>
          <p:cNvSpPr/>
          <p:nvPr/>
        </p:nvSpPr>
        <p:spPr>
          <a:xfrm>
            <a:off x="752400" y="384912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 Nº 31 / 2025/2026</a:t>
            </a:r>
            <a:endParaRPr lang="en-US" sz="640" dirty="0"/>
          </a:p>
        </p:txBody>
      </p:sp>
      <p:sp>
        <p:nvSpPr>
          <p:cNvPr id="73" name="Text 63"/>
          <p:cNvSpPr/>
          <p:nvPr/>
        </p:nvSpPr>
        <p:spPr>
          <a:xfrm>
            <a:off x="752400" y="405072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Nome:</a:t>
            </a:r>
            <a:endParaRPr lang="en-US" sz="600" dirty="0"/>
          </a:p>
        </p:txBody>
      </p:sp>
      <p:sp>
        <p:nvSpPr>
          <p:cNvPr id="74" name="Text 64"/>
          <p:cNvSpPr/>
          <p:nvPr/>
        </p:nvSpPr>
        <p:spPr>
          <a:xfrm>
            <a:off x="1094400" y="4036320"/>
            <a:ext cx="165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700" dirty="0"/>
          </a:p>
        </p:txBody>
      </p:sp>
      <p:sp>
        <p:nvSpPr>
          <p:cNvPr id="75" name="Shape 65"/>
          <p:cNvSpPr/>
          <p:nvPr/>
        </p:nvSpPr>
        <p:spPr>
          <a:xfrm>
            <a:off x="1094400" y="4180320"/>
            <a:ext cx="165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76" name="Text 66"/>
          <p:cNvSpPr/>
          <p:nvPr/>
        </p:nvSpPr>
        <p:spPr>
          <a:xfrm>
            <a:off x="752400" y="4281120"/>
            <a:ext cx="720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Lectivo:</a:t>
            </a:r>
            <a:endParaRPr lang="en-US" sz="600" dirty="0"/>
          </a:p>
        </p:txBody>
      </p:sp>
      <p:sp>
        <p:nvSpPr>
          <p:cNvPr id="77" name="Text 67"/>
          <p:cNvSpPr/>
          <p:nvPr/>
        </p:nvSpPr>
        <p:spPr>
          <a:xfrm>
            <a:off x="1310400" y="4266720"/>
            <a:ext cx="6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640" dirty="0"/>
          </a:p>
        </p:txBody>
      </p:sp>
      <p:sp>
        <p:nvSpPr>
          <p:cNvPr id="78" name="Text 68"/>
          <p:cNvSpPr/>
          <p:nvPr/>
        </p:nvSpPr>
        <p:spPr>
          <a:xfrm>
            <a:off x="1958400" y="4281120"/>
            <a:ext cx="504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Classe:</a:t>
            </a:r>
            <a:endParaRPr lang="en-US" sz="600" dirty="0"/>
          </a:p>
        </p:txBody>
      </p:sp>
      <p:sp>
        <p:nvSpPr>
          <p:cNvPr id="79" name="Text 69"/>
          <p:cNvSpPr/>
          <p:nvPr/>
        </p:nvSpPr>
        <p:spPr>
          <a:xfrm>
            <a:off x="2282400" y="4266720"/>
            <a:ext cx="46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</a:t>
            </a:r>
            <a:endParaRPr lang="en-US" sz="640" dirty="0"/>
          </a:p>
        </p:txBody>
      </p:sp>
      <p:sp>
        <p:nvSpPr>
          <p:cNvPr id="80" name="Shape 70"/>
          <p:cNvSpPr/>
          <p:nvPr/>
        </p:nvSpPr>
        <p:spPr>
          <a:xfrm>
            <a:off x="1310400" y="4410720"/>
            <a:ext cx="57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81" name="Shape 71"/>
          <p:cNvSpPr/>
          <p:nvPr/>
        </p:nvSpPr>
        <p:spPr>
          <a:xfrm>
            <a:off x="2282400" y="4410720"/>
            <a:ext cx="468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82" name="Text 72"/>
          <p:cNvSpPr/>
          <p:nvPr/>
        </p:nvSpPr>
        <p:spPr>
          <a:xfrm>
            <a:off x="2822400" y="443232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Turma:</a:t>
            </a:r>
            <a:endParaRPr lang="en-US" sz="600" dirty="0"/>
          </a:p>
        </p:txBody>
      </p:sp>
      <p:sp>
        <p:nvSpPr>
          <p:cNvPr id="83" name="Text 73"/>
          <p:cNvSpPr/>
          <p:nvPr/>
        </p:nvSpPr>
        <p:spPr>
          <a:xfrm>
            <a:off x="3146400" y="441792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640" dirty="0"/>
          </a:p>
        </p:txBody>
      </p:sp>
      <p:sp>
        <p:nvSpPr>
          <p:cNvPr id="84" name="Shape 74"/>
          <p:cNvSpPr/>
          <p:nvPr/>
        </p:nvSpPr>
        <p:spPr>
          <a:xfrm>
            <a:off x="3146400" y="4561920"/>
            <a:ext cx="360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85" name="Text 75"/>
          <p:cNvSpPr/>
          <p:nvPr/>
        </p:nvSpPr>
        <p:spPr>
          <a:xfrm>
            <a:off x="752400" y="4518720"/>
            <a:ext cx="288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Nº:</a:t>
            </a:r>
            <a:endParaRPr lang="en-US" sz="600" dirty="0"/>
          </a:p>
        </p:txBody>
      </p:sp>
      <p:sp>
        <p:nvSpPr>
          <p:cNvPr id="86" name="Text 76"/>
          <p:cNvSpPr/>
          <p:nvPr/>
        </p:nvSpPr>
        <p:spPr>
          <a:xfrm>
            <a:off x="986400" y="450432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640" dirty="0"/>
          </a:p>
        </p:txBody>
      </p:sp>
      <p:sp>
        <p:nvSpPr>
          <p:cNvPr id="87" name="Shape 77"/>
          <p:cNvSpPr/>
          <p:nvPr/>
        </p:nvSpPr>
        <p:spPr>
          <a:xfrm>
            <a:off x="986400" y="4648320"/>
            <a:ext cx="360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88" name="Text 78"/>
          <p:cNvSpPr/>
          <p:nvPr/>
        </p:nvSpPr>
        <p:spPr>
          <a:xfrm>
            <a:off x="1454400" y="451872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Período:</a:t>
            </a:r>
            <a:endParaRPr lang="en-US" sz="600" dirty="0"/>
          </a:p>
        </p:txBody>
      </p:sp>
      <p:sp>
        <p:nvSpPr>
          <p:cNvPr id="89" name="Text 79"/>
          <p:cNvSpPr/>
          <p:nvPr/>
        </p:nvSpPr>
        <p:spPr>
          <a:xfrm>
            <a:off x="1850400" y="4504320"/>
            <a:ext cx="147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</a:t>
            </a:r>
            <a:endParaRPr lang="en-US" sz="640" dirty="0"/>
          </a:p>
        </p:txBody>
      </p:sp>
      <p:sp>
        <p:nvSpPr>
          <p:cNvPr id="90" name="Shape 80"/>
          <p:cNvSpPr/>
          <p:nvPr/>
        </p:nvSpPr>
        <p:spPr>
          <a:xfrm>
            <a:off x="1850400" y="4648320"/>
            <a:ext cx="147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91" name="Text 81"/>
          <p:cNvSpPr/>
          <p:nvPr/>
        </p:nvSpPr>
        <p:spPr>
          <a:xfrm>
            <a:off x="2246400" y="4929120"/>
            <a:ext cx="115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</a:t>
            </a:r>
            <a:endParaRPr lang="en-US" sz="600" dirty="0"/>
          </a:p>
        </p:txBody>
      </p:sp>
      <p:sp>
        <p:nvSpPr>
          <p:cNvPr id="92" name="Shape 82"/>
          <p:cNvSpPr/>
          <p:nvPr/>
        </p:nvSpPr>
        <p:spPr>
          <a:xfrm>
            <a:off x="2174400" y="5080320"/>
            <a:ext cx="129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olid"/>
          </a:ln>
        </p:spPr>
      </p:sp>
      <p:pic>
        <p:nvPicPr>
          <p:cNvPr id="93" name="Image 8" descr="QR de validação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400" y="4752720"/>
            <a:ext cx="324000" cy="324000"/>
          </a:xfrm>
          <a:prstGeom prst="rect">
            <a:avLst/>
          </a:prstGeom>
        </p:spPr>
      </p:pic>
      <p:sp>
        <p:nvSpPr>
          <p:cNvPr id="94" name="Shape 83"/>
          <p:cNvSpPr/>
          <p:nvPr/>
        </p:nvSpPr>
        <p:spPr>
          <a:xfrm>
            <a:off x="590400" y="329472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95" name="Shape 84"/>
          <p:cNvSpPr/>
          <p:nvPr/>
        </p:nvSpPr>
        <p:spPr>
          <a:xfrm>
            <a:off x="3902400" y="330912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111111"/>
            </a:solidFill>
            <a:prstDash val="solid"/>
          </a:ln>
        </p:spPr>
      </p:sp>
      <p:pic>
        <p:nvPicPr>
          <p:cNvPr id="96" name="Image 9" descr="logo">    </p:cNvPr>
          <p:cNvPicPr>
            <a:picLocks noChangeAspect="1"/>
          </p:cNvPicPr>
          <p:nvPr/>
        </p:nvPicPr>
        <p:blipFill>
          <a:blip r:embed="rId10">
            <a:alphaModFix amt="8000"/>
          </a:blip>
          <a:stretch>
            <a:fillRect/>
          </a:stretch>
        </p:blipFill>
        <p:spPr>
          <a:xfrm>
            <a:off x="4608000" y="3690720"/>
            <a:ext cx="1440000" cy="1440000"/>
          </a:xfrm>
          <a:prstGeom prst="rect">
            <a:avLst/>
          </a:prstGeom>
        </p:spPr>
      </p:pic>
      <p:pic>
        <p:nvPicPr>
          <p:cNvPr id="97" name="Image 10" descr="brasao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50000" y="3402720"/>
            <a:ext cx="324000" cy="342000"/>
          </a:xfrm>
          <a:prstGeom prst="rect">
            <a:avLst/>
          </a:prstGeom>
        </p:spPr>
      </p:pic>
      <p:sp>
        <p:nvSpPr>
          <p:cNvPr id="98" name="Text 85"/>
          <p:cNvSpPr/>
          <p:nvPr/>
        </p:nvSpPr>
        <p:spPr>
          <a:xfrm>
            <a:off x="4392000" y="338832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REPÚBLICA DE ANGOLA</a:t>
            </a:r>
            <a:endParaRPr lang="en-US" sz="520" dirty="0"/>
          </a:p>
        </p:txBody>
      </p:sp>
      <p:sp>
        <p:nvSpPr>
          <p:cNvPr id="99" name="Text 86"/>
          <p:cNvSpPr/>
          <p:nvPr/>
        </p:nvSpPr>
        <p:spPr>
          <a:xfrm>
            <a:off x="4392000" y="348912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MINISTÉRIO DA EDUCAÇÃO</a:t>
            </a:r>
            <a:endParaRPr lang="en-US" sz="520" dirty="0"/>
          </a:p>
        </p:txBody>
      </p:sp>
      <p:sp>
        <p:nvSpPr>
          <p:cNvPr id="100" name="Text 87"/>
          <p:cNvSpPr/>
          <p:nvPr/>
        </p:nvSpPr>
        <p:spPr>
          <a:xfrm>
            <a:off x="4392000" y="3589920"/>
            <a:ext cx="1656000" cy="115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0B2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101" name="Text 88"/>
          <p:cNvSpPr/>
          <p:nvPr/>
        </p:nvSpPr>
        <p:spPr>
          <a:xfrm>
            <a:off x="4392000" y="369072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0B2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CICLO DO ENSINO SECUNDÁRIO</a:t>
            </a:r>
            <a:endParaRPr lang="en-US" sz="480" dirty="0"/>
          </a:p>
        </p:txBody>
      </p:sp>
      <p:sp>
        <p:nvSpPr>
          <p:cNvPr id="102" name="Shape 89"/>
          <p:cNvSpPr/>
          <p:nvPr/>
        </p:nvSpPr>
        <p:spPr>
          <a:xfrm>
            <a:off x="6120000" y="3438720"/>
            <a:ext cx="684000" cy="900000"/>
          </a:xfrm>
          <a:prstGeom prst="roundRect">
            <a:avLst>
              <a:gd name="adj" fmla="val 7036"/>
            </a:avLst>
          </a:prstGeom>
          <a:solidFill>
            <a:srgbClr val="FFFFFF"/>
          </a:solidFill>
          <a:ln w="10801">
            <a:solidFill>
              <a:srgbClr val="111111"/>
            </a:solidFill>
            <a:prstDash val="solid"/>
          </a:ln>
        </p:spPr>
      </p:sp>
      <p:sp>
        <p:nvSpPr>
          <p:cNvPr id="103" name="Text 90"/>
          <p:cNvSpPr/>
          <p:nvPr/>
        </p:nvSpPr>
        <p:spPr>
          <a:xfrm>
            <a:off x="4050000" y="384912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 Nº 31 / 2025/2026</a:t>
            </a:r>
            <a:endParaRPr lang="en-US" sz="640" dirty="0"/>
          </a:p>
        </p:txBody>
      </p:sp>
      <p:sp>
        <p:nvSpPr>
          <p:cNvPr id="104" name="Text 91"/>
          <p:cNvSpPr/>
          <p:nvPr/>
        </p:nvSpPr>
        <p:spPr>
          <a:xfrm>
            <a:off x="4050000" y="405072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Nome:</a:t>
            </a:r>
            <a:endParaRPr lang="en-US" sz="600" dirty="0"/>
          </a:p>
        </p:txBody>
      </p:sp>
      <p:sp>
        <p:nvSpPr>
          <p:cNvPr id="105" name="Text 92"/>
          <p:cNvSpPr/>
          <p:nvPr/>
        </p:nvSpPr>
        <p:spPr>
          <a:xfrm>
            <a:off x="4392000" y="4036320"/>
            <a:ext cx="165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700" dirty="0"/>
          </a:p>
        </p:txBody>
      </p:sp>
      <p:sp>
        <p:nvSpPr>
          <p:cNvPr id="106" name="Shape 93"/>
          <p:cNvSpPr/>
          <p:nvPr/>
        </p:nvSpPr>
        <p:spPr>
          <a:xfrm>
            <a:off x="4392000" y="4180320"/>
            <a:ext cx="165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107" name="Text 94"/>
          <p:cNvSpPr/>
          <p:nvPr/>
        </p:nvSpPr>
        <p:spPr>
          <a:xfrm>
            <a:off x="4050000" y="4281120"/>
            <a:ext cx="720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Lectivo:</a:t>
            </a:r>
            <a:endParaRPr lang="en-US" sz="600" dirty="0"/>
          </a:p>
        </p:txBody>
      </p:sp>
      <p:sp>
        <p:nvSpPr>
          <p:cNvPr id="108" name="Text 95"/>
          <p:cNvSpPr/>
          <p:nvPr/>
        </p:nvSpPr>
        <p:spPr>
          <a:xfrm>
            <a:off x="4608000" y="4266720"/>
            <a:ext cx="6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640" dirty="0"/>
          </a:p>
        </p:txBody>
      </p:sp>
      <p:sp>
        <p:nvSpPr>
          <p:cNvPr id="109" name="Text 96"/>
          <p:cNvSpPr/>
          <p:nvPr/>
        </p:nvSpPr>
        <p:spPr>
          <a:xfrm>
            <a:off x="5256000" y="4281120"/>
            <a:ext cx="504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Classe:</a:t>
            </a:r>
            <a:endParaRPr lang="en-US" sz="600" dirty="0"/>
          </a:p>
        </p:txBody>
      </p:sp>
      <p:sp>
        <p:nvSpPr>
          <p:cNvPr id="110" name="Text 97"/>
          <p:cNvSpPr/>
          <p:nvPr/>
        </p:nvSpPr>
        <p:spPr>
          <a:xfrm>
            <a:off x="5580000" y="4266720"/>
            <a:ext cx="46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</a:t>
            </a:r>
            <a:endParaRPr lang="en-US" sz="640" dirty="0"/>
          </a:p>
        </p:txBody>
      </p:sp>
      <p:sp>
        <p:nvSpPr>
          <p:cNvPr id="111" name="Shape 98"/>
          <p:cNvSpPr/>
          <p:nvPr/>
        </p:nvSpPr>
        <p:spPr>
          <a:xfrm>
            <a:off x="4608000" y="4410720"/>
            <a:ext cx="57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112" name="Shape 99"/>
          <p:cNvSpPr/>
          <p:nvPr/>
        </p:nvSpPr>
        <p:spPr>
          <a:xfrm>
            <a:off x="5580000" y="4410720"/>
            <a:ext cx="468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113" name="Text 100"/>
          <p:cNvSpPr/>
          <p:nvPr/>
        </p:nvSpPr>
        <p:spPr>
          <a:xfrm>
            <a:off x="6120000" y="443232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Turma:</a:t>
            </a:r>
            <a:endParaRPr lang="en-US" sz="600" dirty="0"/>
          </a:p>
        </p:txBody>
      </p:sp>
      <p:sp>
        <p:nvSpPr>
          <p:cNvPr id="114" name="Text 101"/>
          <p:cNvSpPr/>
          <p:nvPr/>
        </p:nvSpPr>
        <p:spPr>
          <a:xfrm>
            <a:off x="6444000" y="441792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640" dirty="0"/>
          </a:p>
        </p:txBody>
      </p:sp>
      <p:sp>
        <p:nvSpPr>
          <p:cNvPr id="115" name="Shape 102"/>
          <p:cNvSpPr/>
          <p:nvPr/>
        </p:nvSpPr>
        <p:spPr>
          <a:xfrm>
            <a:off x="6444000" y="4561920"/>
            <a:ext cx="360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116" name="Text 103"/>
          <p:cNvSpPr/>
          <p:nvPr/>
        </p:nvSpPr>
        <p:spPr>
          <a:xfrm>
            <a:off x="4050000" y="4518720"/>
            <a:ext cx="288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Nº:</a:t>
            </a:r>
            <a:endParaRPr lang="en-US" sz="600" dirty="0"/>
          </a:p>
        </p:txBody>
      </p:sp>
      <p:sp>
        <p:nvSpPr>
          <p:cNvPr id="117" name="Text 104"/>
          <p:cNvSpPr/>
          <p:nvPr/>
        </p:nvSpPr>
        <p:spPr>
          <a:xfrm>
            <a:off x="4284000" y="450432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640" dirty="0"/>
          </a:p>
        </p:txBody>
      </p:sp>
      <p:sp>
        <p:nvSpPr>
          <p:cNvPr id="118" name="Shape 105"/>
          <p:cNvSpPr/>
          <p:nvPr/>
        </p:nvSpPr>
        <p:spPr>
          <a:xfrm>
            <a:off x="4284000" y="4648320"/>
            <a:ext cx="360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119" name="Text 106"/>
          <p:cNvSpPr/>
          <p:nvPr/>
        </p:nvSpPr>
        <p:spPr>
          <a:xfrm>
            <a:off x="4752000" y="451872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Período:</a:t>
            </a:r>
            <a:endParaRPr lang="en-US" sz="600" dirty="0"/>
          </a:p>
        </p:txBody>
      </p:sp>
      <p:sp>
        <p:nvSpPr>
          <p:cNvPr id="120" name="Text 107"/>
          <p:cNvSpPr/>
          <p:nvPr/>
        </p:nvSpPr>
        <p:spPr>
          <a:xfrm>
            <a:off x="5148000" y="4504320"/>
            <a:ext cx="147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</a:t>
            </a:r>
            <a:endParaRPr lang="en-US" sz="640" dirty="0"/>
          </a:p>
        </p:txBody>
      </p:sp>
      <p:sp>
        <p:nvSpPr>
          <p:cNvPr id="121" name="Shape 108"/>
          <p:cNvSpPr/>
          <p:nvPr/>
        </p:nvSpPr>
        <p:spPr>
          <a:xfrm>
            <a:off x="5148000" y="4648320"/>
            <a:ext cx="147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122" name="Text 109"/>
          <p:cNvSpPr/>
          <p:nvPr/>
        </p:nvSpPr>
        <p:spPr>
          <a:xfrm>
            <a:off x="5544000" y="4929120"/>
            <a:ext cx="115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</a:t>
            </a:r>
            <a:endParaRPr lang="en-US" sz="600" dirty="0"/>
          </a:p>
        </p:txBody>
      </p:sp>
      <p:sp>
        <p:nvSpPr>
          <p:cNvPr id="123" name="Shape 110"/>
          <p:cNvSpPr/>
          <p:nvPr/>
        </p:nvSpPr>
        <p:spPr>
          <a:xfrm>
            <a:off x="5472000" y="5080320"/>
            <a:ext cx="129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olid"/>
          </a:ln>
        </p:spPr>
      </p:sp>
      <p:pic>
        <p:nvPicPr>
          <p:cNvPr id="124" name="Image 11" descr="QR de validação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8000" y="4752720"/>
            <a:ext cx="324000" cy="324000"/>
          </a:xfrm>
          <a:prstGeom prst="rect">
            <a:avLst/>
          </a:prstGeom>
        </p:spPr>
      </p:pic>
      <p:sp>
        <p:nvSpPr>
          <p:cNvPr id="125" name="Shape 111"/>
          <p:cNvSpPr/>
          <p:nvPr/>
        </p:nvSpPr>
        <p:spPr>
          <a:xfrm>
            <a:off x="3888000" y="329472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26" name="Shape 112"/>
          <p:cNvSpPr/>
          <p:nvPr/>
        </p:nvSpPr>
        <p:spPr>
          <a:xfrm>
            <a:off x="604800" y="546840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111111"/>
            </a:solidFill>
            <a:prstDash val="solid"/>
          </a:ln>
        </p:spPr>
      </p:sp>
      <p:pic>
        <p:nvPicPr>
          <p:cNvPr id="127" name="Image 12" descr="logo">    </p:cNvPr>
          <p:cNvPicPr>
            <a:picLocks noChangeAspect="1"/>
          </p:cNvPicPr>
          <p:nvPr/>
        </p:nvPicPr>
        <p:blipFill>
          <a:blip r:embed="rId13">
            <a:alphaModFix amt="8000"/>
          </a:blip>
          <a:stretch>
            <a:fillRect/>
          </a:stretch>
        </p:blipFill>
        <p:spPr>
          <a:xfrm>
            <a:off x="1310400" y="5850000"/>
            <a:ext cx="1440000" cy="1440000"/>
          </a:xfrm>
          <a:prstGeom prst="rect">
            <a:avLst/>
          </a:prstGeom>
        </p:spPr>
      </p:pic>
      <p:pic>
        <p:nvPicPr>
          <p:cNvPr id="128" name="Image 13" descr="brasao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2400" y="5562000"/>
            <a:ext cx="324000" cy="342000"/>
          </a:xfrm>
          <a:prstGeom prst="rect">
            <a:avLst/>
          </a:prstGeom>
        </p:spPr>
      </p:pic>
      <p:sp>
        <p:nvSpPr>
          <p:cNvPr id="129" name="Text 113"/>
          <p:cNvSpPr/>
          <p:nvPr/>
        </p:nvSpPr>
        <p:spPr>
          <a:xfrm>
            <a:off x="1094400" y="554760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REPÚBLICA DE ANGOLA</a:t>
            </a:r>
            <a:endParaRPr lang="en-US" sz="520" dirty="0"/>
          </a:p>
        </p:txBody>
      </p:sp>
      <p:sp>
        <p:nvSpPr>
          <p:cNvPr id="130" name="Text 114"/>
          <p:cNvSpPr/>
          <p:nvPr/>
        </p:nvSpPr>
        <p:spPr>
          <a:xfrm>
            <a:off x="1094400" y="564840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MINISTÉRIO DA EDUCAÇÃO</a:t>
            </a:r>
            <a:endParaRPr lang="en-US" sz="520" dirty="0"/>
          </a:p>
        </p:txBody>
      </p:sp>
      <p:sp>
        <p:nvSpPr>
          <p:cNvPr id="131" name="Text 115"/>
          <p:cNvSpPr/>
          <p:nvPr/>
        </p:nvSpPr>
        <p:spPr>
          <a:xfrm>
            <a:off x="1094400" y="5749200"/>
            <a:ext cx="1656000" cy="115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0B2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132" name="Text 116"/>
          <p:cNvSpPr/>
          <p:nvPr/>
        </p:nvSpPr>
        <p:spPr>
          <a:xfrm>
            <a:off x="1094400" y="585000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0B2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CICLO DO ENSINO SECUNDÁRIO</a:t>
            </a:r>
            <a:endParaRPr lang="en-US" sz="480" dirty="0"/>
          </a:p>
        </p:txBody>
      </p:sp>
      <p:sp>
        <p:nvSpPr>
          <p:cNvPr id="133" name="Shape 117"/>
          <p:cNvSpPr/>
          <p:nvPr/>
        </p:nvSpPr>
        <p:spPr>
          <a:xfrm>
            <a:off x="2822400" y="5598000"/>
            <a:ext cx="684000" cy="900000"/>
          </a:xfrm>
          <a:prstGeom prst="roundRect">
            <a:avLst>
              <a:gd name="adj" fmla="val 7036"/>
            </a:avLst>
          </a:prstGeom>
          <a:solidFill>
            <a:srgbClr val="FFFFFF"/>
          </a:solidFill>
          <a:ln w="10801">
            <a:solidFill>
              <a:srgbClr val="111111"/>
            </a:solidFill>
            <a:prstDash val="solid"/>
          </a:ln>
        </p:spPr>
      </p:sp>
      <p:sp>
        <p:nvSpPr>
          <p:cNvPr id="134" name="Text 118"/>
          <p:cNvSpPr/>
          <p:nvPr/>
        </p:nvSpPr>
        <p:spPr>
          <a:xfrm>
            <a:off x="752400" y="600840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 Nº 31 / 2025/2026</a:t>
            </a:r>
            <a:endParaRPr lang="en-US" sz="640" dirty="0"/>
          </a:p>
        </p:txBody>
      </p:sp>
      <p:sp>
        <p:nvSpPr>
          <p:cNvPr id="135" name="Text 119"/>
          <p:cNvSpPr/>
          <p:nvPr/>
        </p:nvSpPr>
        <p:spPr>
          <a:xfrm>
            <a:off x="752400" y="621000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Nome:</a:t>
            </a:r>
            <a:endParaRPr lang="en-US" sz="600" dirty="0"/>
          </a:p>
        </p:txBody>
      </p:sp>
      <p:sp>
        <p:nvSpPr>
          <p:cNvPr id="136" name="Text 120"/>
          <p:cNvSpPr/>
          <p:nvPr/>
        </p:nvSpPr>
        <p:spPr>
          <a:xfrm>
            <a:off x="1094400" y="6195600"/>
            <a:ext cx="165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700" dirty="0"/>
          </a:p>
        </p:txBody>
      </p:sp>
      <p:sp>
        <p:nvSpPr>
          <p:cNvPr id="137" name="Shape 121"/>
          <p:cNvSpPr/>
          <p:nvPr/>
        </p:nvSpPr>
        <p:spPr>
          <a:xfrm>
            <a:off x="1094400" y="6339600"/>
            <a:ext cx="165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138" name="Text 122"/>
          <p:cNvSpPr/>
          <p:nvPr/>
        </p:nvSpPr>
        <p:spPr>
          <a:xfrm>
            <a:off x="752400" y="6440400"/>
            <a:ext cx="720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Lectivo:</a:t>
            </a:r>
            <a:endParaRPr lang="en-US" sz="600" dirty="0"/>
          </a:p>
        </p:txBody>
      </p:sp>
      <p:sp>
        <p:nvSpPr>
          <p:cNvPr id="139" name="Text 123"/>
          <p:cNvSpPr/>
          <p:nvPr/>
        </p:nvSpPr>
        <p:spPr>
          <a:xfrm>
            <a:off x="1310400" y="6426000"/>
            <a:ext cx="6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640" dirty="0"/>
          </a:p>
        </p:txBody>
      </p:sp>
      <p:sp>
        <p:nvSpPr>
          <p:cNvPr id="140" name="Text 124"/>
          <p:cNvSpPr/>
          <p:nvPr/>
        </p:nvSpPr>
        <p:spPr>
          <a:xfrm>
            <a:off x="1958400" y="6440400"/>
            <a:ext cx="504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Classe:</a:t>
            </a:r>
            <a:endParaRPr lang="en-US" sz="600" dirty="0"/>
          </a:p>
        </p:txBody>
      </p:sp>
      <p:sp>
        <p:nvSpPr>
          <p:cNvPr id="141" name="Text 125"/>
          <p:cNvSpPr/>
          <p:nvPr/>
        </p:nvSpPr>
        <p:spPr>
          <a:xfrm>
            <a:off x="2282400" y="6426000"/>
            <a:ext cx="46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</a:t>
            </a:r>
            <a:endParaRPr lang="en-US" sz="640" dirty="0"/>
          </a:p>
        </p:txBody>
      </p:sp>
      <p:sp>
        <p:nvSpPr>
          <p:cNvPr id="142" name="Shape 126"/>
          <p:cNvSpPr/>
          <p:nvPr/>
        </p:nvSpPr>
        <p:spPr>
          <a:xfrm>
            <a:off x="1310400" y="6570000"/>
            <a:ext cx="57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143" name="Shape 127"/>
          <p:cNvSpPr/>
          <p:nvPr/>
        </p:nvSpPr>
        <p:spPr>
          <a:xfrm>
            <a:off x="2282400" y="6570000"/>
            <a:ext cx="468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144" name="Text 128"/>
          <p:cNvSpPr/>
          <p:nvPr/>
        </p:nvSpPr>
        <p:spPr>
          <a:xfrm>
            <a:off x="2822400" y="659160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Turma:</a:t>
            </a:r>
            <a:endParaRPr lang="en-US" sz="600" dirty="0"/>
          </a:p>
        </p:txBody>
      </p:sp>
      <p:sp>
        <p:nvSpPr>
          <p:cNvPr id="145" name="Text 129"/>
          <p:cNvSpPr/>
          <p:nvPr/>
        </p:nvSpPr>
        <p:spPr>
          <a:xfrm>
            <a:off x="3146400" y="657720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640" dirty="0"/>
          </a:p>
        </p:txBody>
      </p:sp>
      <p:sp>
        <p:nvSpPr>
          <p:cNvPr id="146" name="Shape 130"/>
          <p:cNvSpPr/>
          <p:nvPr/>
        </p:nvSpPr>
        <p:spPr>
          <a:xfrm>
            <a:off x="3146400" y="6721200"/>
            <a:ext cx="360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147" name="Text 131"/>
          <p:cNvSpPr/>
          <p:nvPr/>
        </p:nvSpPr>
        <p:spPr>
          <a:xfrm>
            <a:off x="752400" y="6678000"/>
            <a:ext cx="288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Nº:</a:t>
            </a:r>
            <a:endParaRPr lang="en-US" sz="600" dirty="0"/>
          </a:p>
        </p:txBody>
      </p:sp>
      <p:sp>
        <p:nvSpPr>
          <p:cNvPr id="148" name="Text 132"/>
          <p:cNvSpPr/>
          <p:nvPr/>
        </p:nvSpPr>
        <p:spPr>
          <a:xfrm>
            <a:off x="986400" y="666360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640" dirty="0"/>
          </a:p>
        </p:txBody>
      </p:sp>
      <p:sp>
        <p:nvSpPr>
          <p:cNvPr id="149" name="Shape 133"/>
          <p:cNvSpPr/>
          <p:nvPr/>
        </p:nvSpPr>
        <p:spPr>
          <a:xfrm>
            <a:off x="986400" y="6807600"/>
            <a:ext cx="360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150" name="Text 134"/>
          <p:cNvSpPr/>
          <p:nvPr/>
        </p:nvSpPr>
        <p:spPr>
          <a:xfrm>
            <a:off x="1454400" y="667800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Período:</a:t>
            </a:r>
            <a:endParaRPr lang="en-US" sz="600" dirty="0"/>
          </a:p>
        </p:txBody>
      </p:sp>
      <p:sp>
        <p:nvSpPr>
          <p:cNvPr id="151" name="Text 135"/>
          <p:cNvSpPr/>
          <p:nvPr/>
        </p:nvSpPr>
        <p:spPr>
          <a:xfrm>
            <a:off x="1850400" y="6663600"/>
            <a:ext cx="147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</a:t>
            </a:r>
            <a:endParaRPr lang="en-US" sz="640" dirty="0"/>
          </a:p>
        </p:txBody>
      </p:sp>
      <p:sp>
        <p:nvSpPr>
          <p:cNvPr id="152" name="Shape 136"/>
          <p:cNvSpPr/>
          <p:nvPr/>
        </p:nvSpPr>
        <p:spPr>
          <a:xfrm>
            <a:off x="1850400" y="6807600"/>
            <a:ext cx="147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153" name="Text 137"/>
          <p:cNvSpPr/>
          <p:nvPr/>
        </p:nvSpPr>
        <p:spPr>
          <a:xfrm>
            <a:off x="2246400" y="7088400"/>
            <a:ext cx="115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</a:t>
            </a:r>
            <a:endParaRPr lang="en-US" sz="600" dirty="0"/>
          </a:p>
        </p:txBody>
      </p:sp>
      <p:sp>
        <p:nvSpPr>
          <p:cNvPr id="154" name="Shape 138"/>
          <p:cNvSpPr/>
          <p:nvPr/>
        </p:nvSpPr>
        <p:spPr>
          <a:xfrm>
            <a:off x="2174400" y="7239600"/>
            <a:ext cx="129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olid"/>
          </a:ln>
        </p:spPr>
      </p:sp>
      <p:pic>
        <p:nvPicPr>
          <p:cNvPr id="155" name="Image 14" descr="QR de validação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0400" y="6912000"/>
            <a:ext cx="324000" cy="324000"/>
          </a:xfrm>
          <a:prstGeom prst="rect">
            <a:avLst/>
          </a:prstGeom>
        </p:spPr>
      </p:pic>
      <p:sp>
        <p:nvSpPr>
          <p:cNvPr id="156" name="Shape 139"/>
          <p:cNvSpPr/>
          <p:nvPr/>
        </p:nvSpPr>
        <p:spPr>
          <a:xfrm>
            <a:off x="590400" y="545400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57" name="Shape 140"/>
          <p:cNvSpPr/>
          <p:nvPr/>
        </p:nvSpPr>
        <p:spPr>
          <a:xfrm>
            <a:off x="3902400" y="546840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111111"/>
            </a:solidFill>
            <a:prstDash val="solid"/>
          </a:ln>
        </p:spPr>
      </p:sp>
      <p:pic>
        <p:nvPicPr>
          <p:cNvPr id="158" name="Image 15" descr="logo">    </p:cNvPr>
          <p:cNvPicPr>
            <a:picLocks noChangeAspect="1"/>
          </p:cNvPicPr>
          <p:nvPr/>
        </p:nvPicPr>
        <p:blipFill>
          <a:blip r:embed="rId16">
            <a:alphaModFix amt="8000"/>
          </a:blip>
          <a:stretch>
            <a:fillRect/>
          </a:stretch>
        </p:blipFill>
        <p:spPr>
          <a:xfrm>
            <a:off x="4608000" y="5850000"/>
            <a:ext cx="1440000" cy="1440000"/>
          </a:xfrm>
          <a:prstGeom prst="rect">
            <a:avLst/>
          </a:prstGeom>
        </p:spPr>
      </p:pic>
      <p:pic>
        <p:nvPicPr>
          <p:cNvPr id="159" name="Image 16" descr="brasao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50000" y="5562000"/>
            <a:ext cx="324000" cy="342000"/>
          </a:xfrm>
          <a:prstGeom prst="rect">
            <a:avLst/>
          </a:prstGeom>
        </p:spPr>
      </p:pic>
      <p:sp>
        <p:nvSpPr>
          <p:cNvPr id="160" name="Text 141"/>
          <p:cNvSpPr/>
          <p:nvPr/>
        </p:nvSpPr>
        <p:spPr>
          <a:xfrm>
            <a:off x="4392000" y="554760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REPÚBLICA DE ANGOLA</a:t>
            </a:r>
            <a:endParaRPr lang="en-US" sz="520" dirty="0"/>
          </a:p>
        </p:txBody>
      </p:sp>
      <p:sp>
        <p:nvSpPr>
          <p:cNvPr id="161" name="Text 142"/>
          <p:cNvSpPr/>
          <p:nvPr/>
        </p:nvSpPr>
        <p:spPr>
          <a:xfrm>
            <a:off x="4392000" y="564840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MINISTÉRIO DA EDUCAÇÃO</a:t>
            </a:r>
            <a:endParaRPr lang="en-US" sz="520" dirty="0"/>
          </a:p>
        </p:txBody>
      </p:sp>
      <p:sp>
        <p:nvSpPr>
          <p:cNvPr id="162" name="Text 143"/>
          <p:cNvSpPr/>
          <p:nvPr/>
        </p:nvSpPr>
        <p:spPr>
          <a:xfrm>
            <a:off x="4392000" y="5749200"/>
            <a:ext cx="1656000" cy="115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0B2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163" name="Text 144"/>
          <p:cNvSpPr/>
          <p:nvPr/>
        </p:nvSpPr>
        <p:spPr>
          <a:xfrm>
            <a:off x="4392000" y="585000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0B2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CICLO DO ENSINO SECUNDÁRIO</a:t>
            </a:r>
            <a:endParaRPr lang="en-US" sz="480" dirty="0"/>
          </a:p>
        </p:txBody>
      </p:sp>
      <p:sp>
        <p:nvSpPr>
          <p:cNvPr id="164" name="Shape 145"/>
          <p:cNvSpPr/>
          <p:nvPr/>
        </p:nvSpPr>
        <p:spPr>
          <a:xfrm>
            <a:off x="6120000" y="5598000"/>
            <a:ext cx="684000" cy="900000"/>
          </a:xfrm>
          <a:prstGeom prst="roundRect">
            <a:avLst>
              <a:gd name="adj" fmla="val 7036"/>
            </a:avLst>
          </a:prstGeom>
          <a:solidFill>
            <a:srgbClr val="FFFFFF"/>
          </a:solidFill>
          <a:ln w="10801">
            <a:solidFill>
              <a:srgbClr val="111111"/>
            </a:solidFill>
            <a:prstDash val="solid"/>
          </a:ln>
        </p:spPr>
      </p:sp>
      <p:sp>
        <p:nvSpPr>
          <p:cNvPr id="165" name="Text 146"/>
          <p:cNvSpPr/>
          <p:nvPr/>
        </p:nvSpPr>
        <p:spPr>
          <a:xfrm>
            <a:off x="4050000" y="600840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 Nº 31 / 2025/2026</a:t>
            </a:r>
            <a:endParaRPr lang="en-US" sz="640" dirty="0"/>
          </a:p>
        </p:txBody>
      </p:sp>
      <p:sp>
        <p:nvSpPr>
          <p:cNvPr id="166" name="Text 147"/>
          <p:cNvSpPr/>
          <p:nvPr/>
        </p:nvSpPr>
        <p:spPr>
          <a:xfrm>
            <a:off x="4050000" y="621000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Nome:</a:t>
            </a:r>
            <a:endParaRPr lang="en-US" sz="600" dirty="0"/>
          </a:p>
        </p:txBody>
      </p:sp>
      <p:sp>
        <p:nvSpPr>
          <p:cNvPr id="167" name="Text 148"/>
          <p:cNvSpPr/>
          <p:nvPr/>
        </p:nvSpPr>
        <p:spPr>
          <a:xfrm>
            <a:off x="4392000" y="6195600"/>
            <a:ext cx="165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700" dirty="0"/>
          </a:p>
        </p:txBody>
      </p:sp>
      <p:sp>
        <p:nvSpPr>
          <p:cNvPr id="168" name="Shape 149"/>
          <p:cNvSpPr/>
          <p:nvPr/>
        </p:nvSpPr>
        <p:spPr>
          <a:xfrm>
            <a:off x="4392000" y="6339600"/>
            <a:ext cx="165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169" name="Text 150"/>
          <p:cNvSpPr/>
          <p:nvPr/>
        </p:nvSpPr>
        <p:spPr>
          <a:xfrm>
            <a:off x="4050000" y="6440400"/>
            <a:ext cx="720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Lectivo:</a:t>
            </a:r>
            <a:endParaRPr lang="en-US" sz="600" dirty="0"/>
          </a:p>
        </p:txBody>
      </p:sp>
      <p:sp>
        <p:nvSpPr>
          <p:cNvPr id="170" name="Text 151"/>
          <p:cNvSpPr/>
          <p:nvPr/>
        </p:nvSpPr>
        <p:spPr>
          <a:xfrm>
            <a:off x="4608000" y="6426000"/>
            <a:ext cx="6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640" dirty="0"/>
          </a:p>
        </p:txBody>
      </p:sp>
      <p:sp>
        <p:nvSpPr>
          <p:cNvPr id="171" name="Text 152"/>
          <p:cNvSpPr/>
          <p:nvPr/>
        </p:nvSpPr>
        <p:spPr>
          <a:xfrm>
            <a:off x="5256000" y="6440400"/>
            <a:ext cx="504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Classe:</a:t>
            </a:r>
            <a:endParaRPr lang="en-US" sz="600" dirty="0"/>
          </a:p>
        </p:txBody>
      </p:sp>
      <p:sp>
        <p:nvSpPr>
          <p:cNvPr id="172" name="Text 153"/>
          <p:cNvSpPr/>
          <p:nvPr/>
        </p:nvSpPr>
        <p:spPr>
          <a:xfrm>
            <a:off x="5580000" y="6426000"/>
            <a:ext cx="46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</a:t>
            </a:r>
            <a:endParaRPr lang="en-US" sz="640" dirty="0"/>
          </a:p>
        </p:txBody>
      </p:sp>
      <p:sp>
        <p:nvSpPr>
          <p:cNvPr id="173" name="Shape 154"/>
          <p:cNvSpPr/>
          <p:nvPr/>
        </p:nvSpPr>
        <p:spPr>
          <a:xfrm>
            <a:off x="4608000" y="6570000"/>
            <a:ext cx="57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174" name="Shape 155"/>
          <p:cNvSpPr/>
          <p:nvPr/>
        </p:nvSpPr>
        <p:spPr>
          <a:xfrm>
            <a:off x="5580000" y="6570000"/>
            <a:ext cx="468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175" name="Text 156"/>
          <p:cNvSpPr/>
          <p:nvPr/>
        </p:nvSpPr>
        <p:spPr>
          <a:xfrm>
            <a:off x="6120000" y="659160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Turma:</a:t>
            </a:r>
            <a:endParaRPr lang="en-US" sz="600" dirty="0"/>
          </a:p>
        </p:txBody>
      </p:sp>
      <p:sp>
        <p:nvSpPr>
          <p:cNvPr id="176" name="Text 157"/>
          <p:cNvSpPr/>
          <p:nvPr/>
        </p:nvSpPr>
        <p:spPr>
          <a:xfrm>
            <a:off x="6444000" y="657720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640" dirty="0"/>
          </a:p>
        </p:txBody>
      </p:sp>
      <p:sp>
        <p:nvSpPr>
          <p:cNvPr id="177" name="Shape 158"/>
          <p:cNvSpPr/>
          <p:nvPr/>
        </p:nvSpPr>
        <p:spPr>
          <a:xfrm>
            <a:off x="6444000" y="6721200"/>
            <a:ext cx="360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178" name="Text 159"/>
          <p:cNvSpPr/>
          <p:nvPr/>
        </p:nvSpPr>
        <p:spPr>
          <a:xfrm>
            <a:off x="4050000" y="6678000"/>
            <a:ext cx="288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Nº:</a:t>
            </a:r>
            <a:endParaRPr lang="en-US" sz="600" dirty="0"/>
          </a:p>
        </p:txBody>
      </p:sp>
      <p:sp>
        <p:nvSpPr>
          <p:cNvPr id="179" name="Text 160"/>
          <p:cNvSpPr/>
          <p:nvPr/>
        </p:nvSpPr>
        <p:spPr>
          <a:xfrm>
            <a:off x="4284000" y="666360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640" dirty="0"/>
          </a:p>
        </p:txBody>
      </p:sp>
      <p:sp>
        <p:nvSpPr>
          <p:cNvPr id="180" name="Shape 161"/>
          <p:cNvSpPr/>
          <p:nvPr/>
        </p:nvSpPr>
        <p:spPr>
          <a:xfrm>
            <a:off x="4284000" y="6807600"/>
            <a:ext cx="360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181" name="Text 162"/>
          <p:cNvSpPr/>
          <p:nvPr/>
        </p:nvSpPr>
        <p:spPr>
          <a:xfrm>
            <a:off x="4752000" y="667800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Período:</a:t>
            </a:r>
            <a:endParaRPr lang="en-US" sz="600" dirty="0"/>
          </a:p>
        </p:txBody>
      </p:sp>
      <p:sp>
        <p:nvSpPr>
          <p:cNvPr id="182" name="Text 163"/>
          <p:cNvSpPr/>
          <p:nvPr/>
        </p:nvSpPr>
        <p:spPr>
          <a:xfrm>
            <a:off x="5148000" y="6663600"/>
            <a:ext cx="147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</a:t>
            </a:r>
            <a:endParaRPr lang="en-US" sz="640" dirty="0"/>
          </a:p>
        </p:txBody>
      </p:sp>
      <p:sp>
        <p:nvSpPr>
          <p:cNvPr id="183" name="Shape 164"/>
          <p:cNvSpPr/>
          <p:nvPr/>
        </p:nvSpPr>
        <p:spPr>
          <a:xfrm>
            <a:off x="5148000" y="6807600"/>
            <a:ext cx="147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184" name="Text 165"/>
          <p:cNvSpPr/>
          <p:nvPr/>
        </p:nvSpPr>
        <p:spPr>
          <a:xfrm>
            <a:off x="5544000" y="7088400"/>
            <a:ext cx="115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</a:t>
            </a:r>
            <a:endParaRPr lang="en-US" sz="600" dirty="0"/>
          </a:p>
        </p:txBody>
      </p:sp>
      <p:sp>
        <p:nvSpPr>
          <p:cNvPr id="185" name="Shape 166"/>
          <p:cNvSpPr/>
          <p:nvPr/>
        </p:nvSpPr>
        <p:spPr>
          <a:xfrm>
            <a:off x="5472000" y="7239600"/>
            <a:ext cx="129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olid"/>
          </a:ln>
        </p:spPr>
      </p:sp>
      <p:pic>
        <p:nvPicPr>
          <p:cNvPr id="186" name="Image 17" descr="QR de validação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68000" y="6912000"/>
            <a:ext cx="324000" cy="324000"/>
          </a:xfrm>
          <a:prstGeom prst="rect">
            <a:avLst/>
          </a:prstGeom>
        </p:spPr>
      </p:pic>
      <p:sp>
        <p:nvSpPr>
          <p:cNvPr id="187" name="Shape 167"/>
          <p:cNvSpPr/>
          <p:nvPr/>
        </p:nvSpPr>
        <p:spPr>
          <a:xfrm>
            <a:off x="3888000" y="545400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88" name="Shape 168"/>
          <p:cNvSpPr/>
          <p:nvPr/>
        </p:nvSpPr>
        <p:spPr>
          <a:xfrm>
            <a:off x="604800" y="762768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111111"/>
            </a:solidFill>
            <a:prstDash val="solid"/>
          </a:ln>
        </p:spPr>
      </p:sp>
      <p:pic>
        <p:nvPicPr>
          <p:cNvPr id="189" name="Image 18" descr="logo">    </p:cNvPr>
          <p:cNvPicPr>
            <a:picLocks noChangeAspect="1"/>
          </p:cNvPicPr>
          <p:nvPr/>
        </p:nvPicPr>
        <p:blipFill>
          <a:blip r:embed="rId19">
            <a:alphaModFix amt="8000"/>
          </a:blip>
          <a:stretch>
            <a:fillRect/>
          </a:stretch>
        </p:blipFill>
        <p:spPr>
          <a:xfrm>
            <a:off x="1310400" y="8009280"/>
            <a:ext cx="1440000" cy="1440000"/>
          </a:xfrm>
          <a:prstGeom prst="rect">
            <a:avLst/>
          </a:prstGeom>
        </p:spPr>
      </p:pic>
      <p:pic>
        <p:nvPicPr>
          <p:cNvPr id="190" name="Image 19" descr="brasao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2400" y="7721280"/>
            <a:ext cx="324000" cy="342000"/>
          </a:xfrm>
          <a:prstGeom prst="rect">
            <a:avLst/>
          </a:prstGeom>
        </p:spPr>
      </p:pic>
      <p:sp>
        <p:nvSpPr>
          <p:cNvPr id="191" name="Text 169"/>
          <p:cNvSpPr/>
          <p:nvPr/>
        </p:nvSpPr>
        <p:spPr>
          <a:xfrm>
            <a:off x="1094400" y="770688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REPÚBLICA DE ANGOLA</a:t>
            </a:r>
            <a:endParaRPr lang="en-US" sz="520" dirty="0"/>
          </a:p>
        </p:txBody>
      </p:sp>
      <p:sp>
        <p:nvSpPr>
          <p:cNvPr id="192" name="Text 170"/>
          <p:cNvSpPr/>
          <p:nvPr/>
        </p:nvSpPr>
        <p:spPr>
          <a:xfrm>
            <a:off x="1094400" y="780768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MINISTÉRIO DA EDUCAÇÃO</a:t>
            </a:r>
            <a:endParaRPr lang="en-US" sz="520" dirty="0"/>
          </a:p>
        </p:txBody>
      </p:sp>
      <p:sp>
        <p:nvSpPr>
          <p:cNvPr id="193" name="Text 171"/>
          <p:cNvSpPr/>
          <p:nvPr/>
        </p:nvSpPr>
        <p:spPr>
          <a:xfrm>
            <a:off x="1094400" y="7908480"/>
            <a:ext cx="1656000" cy="115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0B2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194" name="Text 172"/>
          <p:cNvSpPr/>
          <p:nvPr/>
        </p:nvSpPr>
        <p:spPr>
          <a:xfrm>
            <a:off x="1094400" y="800928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0B2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CICLO DO ENSINO SECUNDÁRIO</a:t>
            </a:r>
            <a:endParaRPr lang="en-US" sz="480" dirty="0"/>
          </a:p>
        </p:txBody>
      </p:sp>
      <p:sp>
        <p:nvSpPr>
          <p:cNvPr id="195" name="Shape 173"/>
          <p:cNvSpPr/>
          <p:nvPr/>
        </p:nvSpPr>
        <p:spPr>
          <a:xfrm>
            <a:off x="2822400" y="7757280"/>
            <a:ext cx="684000" cy="900000"/>
          </a:xfrm>
          <a:prstGeom prst="roundRect">
            <a:avLst>
              <a:gd name="adj" fmla="val 7036"/>
            </a:avLst>
          </a:prstGeom>
          <a:solidFill>
            <a:srgbClr val="FFFFFF"/>
          </a:solidFill>
          <a:ln w="10801">
            <a:solidFill>
              <a:srgbClr val="111111"/>
            </a:solidFill>
            <a:prstDash val="solid"/>
          </a:ln>
        </p:spPr>
      </p:sp>
      <p:sp>
        <p:nvSpPr>
          <p:cNvPr id="196" name="Text 174"/>
          <p:cNvSpPr/>
          <p:nvPr/>
        </p:nvSpPr>
        <p:spPr>
          <a:xfrm>
            <a:off x="752400" y="816768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 Nº 31 / 2025/2026</a:t>
            </a:r>
            <a:endParaRPr lang="en-US" sz="640" dirty="0"/>
          </a:p>
        </p:txBody>
      </p:sp>
      <p:sp>
        <p:nvSpPr>
          <p:cNvPr id="197" name="Text 175"/>
          <p:cNvSpPr/>
          <p:nvPr/>
        </p:nvSpPr>
        <p:spPr>
          <a:xfrm>
            <a:off x="752400" y="836928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Nome:</a:t>
            </a:r>
            <a:endParaRPr lang="en-US" sz="600" dirty="0"/>
          </a:p>
        </p:txBody>
      </p:sp>
      <p:sp>
        <p:nvSpPr>
          <p:cNvPr id="198" name="Text 176"/>
          <p:cNvSpPr/>
          <p:nvPr/>
        </p:nvSpPr>
        <p:spPr>
          <a:xfrm>
            <a:off x="1094400" y="8354880"/>
            <a:ext cx="165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700" dirty="0"/>
          </a:p>
        </p:txBody>
      </p:sp>
      <p:sp>
        <p:nvSpPr>
          <p:cNvPr id="199" name="Shape 177"/>
          <p:cNvSpPr/>
          <p:nvPr/>
        </p:nvSpPr>
        <p:spPr>
          <a:xfrm>
            <a:off x="1094400" y="8498880"/>
            <a:ext cx="165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200" name="Text 178"/>
          <p:cNvSpPr/>
          <p:nvPr/>
        </p:nvSpPr>
        <p:spPr>
          <a:xfrm>
            <a:off x="752400" y="8599680"/>
            <a:ext cx="720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Lectivo:</a:t>
            </a:r>
            <a:endParaRPr lang="en-US" sz="600" dirty="0"/>
          </a:p>
        </p:txBody>
      </p:sp>
      <p:sp>
        <p:nvSpPr>
          <p:cNvPr id="201" name="Text 179"/>
          <p:cNvSpPr/>
          <p:nvPr/>
        </p:nvSpPr>
        <p:spPr>
          <a:xfrm>
            <a:off x="1310400" y="8585280"/>
            <a:ext cx="6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640" dirty="0"/>
          </a:p>
        </p:txBody>
      </p:sp>
      <p:sp>
        <p:nvSpPr>
          <p:cNvPr id="202" name="Text 180"/>
          <p:cNvSpPr/>
          <p:nvPr/>
        </p:nvSpPr>
        <p:spPr>
          <a:xfrm>
            <a:off x="1958400" y="8599680"/>
            <a:ext cx="504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Classe:</a:t>
            </a:r>
            <a:endParaRPr lang="en-US" sz="600" dirty="0"/>
          </a:p>
        </p:txBody>
      </p:sp>
      <p:sp>
        <p:nvSpPr>
          <p:cNvPr id="203" name="Text 181"/>
          <p:cNvSpPr/>
          <p:nvPr/>
        </p:nvSpPr>
        <p:spPr>
          <a:xfrm>
            <a:off x="2282400" y="8585280"/>
            <a:ext cx="46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</a:t>
            </a:r>
            <a:endParaRPr lang="en-US" sz="640" dirty="0"/>
          </a:p>
        </p:txBody>
      </p:sp>
      <p:sp>
        <p:nvSpPr>
          <p:cNvPr id="204" name="Shape 182"/>
          <p:cNvSpPr/>
          <p:nvPr/>
        </p:nvSpPr>
        <p:spPr>
          <a:xfrm>
            <a:off x="1310400" y="8729280"/>
            <a:ext cx="57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205" name="Shape 183"/>
          <p:cNvSpPr/>
          <p:nvPr/>
        </p:nvSpPr>
        <p:spPr>
          <a:xfrm>
            <a:off x="2282400" y="8729280"/>
            <a:ext cx="468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206" name="Text 184"/>
          <p:cNvSpPr/>
          <p:nvPr/>
        </p:nvSpPr>
        <p:spPr>
          <a:xfrm>
            <a:off x="2822400" y="875088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Turma:</a:t>
            </a:r>
            <a:endParaRPr lang="en-US" sz="600" dirty="0"/>
          </a:p>
        </p:txBody>
      </p:sp>
      <p:sp>
        <p:nvSpPr>
          <p:cNvPr id="207" name="Text 185"/>
          <p:cNvSpPr/>
          <p:nvPr/>
        </p:nvSpPr>
        <p:spPr>
          <a:xfrm>
            <a:off x="3146400" y="873648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640" dirty="0"/>
          </a:p>
        </p:txBody>
      </p:sp>
      <p:sp>
        <p:nvSpPr>
          <p:cNvPr id="208" name="Shape 186"/>
          <p:cNvSpPr/>
          <p:nvPr/>
        </p:nvSpPr>
        <p:spPr>
          <a:xfrm>
            <a:off x="3146400" y="8880480"/>
            <a:ext cx="360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209" name="Text 187"/>
          <p:cNvSpPr/>
          <p:nvPr/>
        </p:nvSpPr>
        <p:spPr>
          <a:xfrm>
            <a:off x="752400" y="8837280"/>
            <a:ext cx="288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Nº:</a:t>
            </a:r>
            <a:endParaRPr lang="en-US" sz="600" dirty="0"/>
          </a:p>
        </p:txBody>
      </p:sp>
      <p:sp>
        <p:nvSpPr>
          <p:cNvPr id="210" name="Text 188"/>
          <p:cNvSpPr/>
          <p:nvPr/>
        </p:nvSpPr>
        <p:spPr>
          <a:xfrm>
            <a:off x="986400" y="882288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640" dirty="0"/>
          </a:p>
        </p:txBody>
      </p:sp>
      <p:sp>
        <p:nvSpPr>
          <p:cNvPr id="211" name="Shape 189"/>
          <p:cNvSpPr/>
          <p:nvPr/>
        </p:nvSpPr>
        <p:spPr>
          <a:xfrm>
            <a:off x="986400" y="8966880"/>
            <a:ext cx="360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212" name="Text 190"/>
          <p:cNvSpPr/>
          <p:nvPr/>
        </p:nvSpPr>
        <p:spPr>
          <a:xfrm>
            <a:off x="1454400" y="883728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Período:</a:t>
            </a:r>
            <a:endParaRPr lang="en-US" sz="600" dirty="0"/>
          </a:p>
        </p:txBody>
      </p:sp>
      <p:sp>
        <p:nvSpPr>
          <p:cNvPr id="213" name="Text 191"/>
          <p:cNvSpPr/>
          <p:nvPr/>
        </p:nvSpPr>
        <p:spPr>
          <a:xfrm>
            <a:off x="1850400" y="8822880"/>
            <a:ext cx="147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</a:t>
            </a:r>
            <a:endParaRPr lang="en-US" sz="640" dirty="0"/>
          </a:p>
        </p:txBody>
      </p:sp>
      <p:sp>
        <p:nvSpPr>
          <p:cNvPr id="214" name="Shape 192"/>
          <p:cNvSpPr/>
          <p:nvPr/>
        </p:nvSpPr>
        <p:spPr>
          <a:xfrm>
            <a:off x="1850400" y="8966880"/>
            <a:ext cx="147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215" name="Text 193"/>
          <p:cNvSpPr/>
          <p:nvPr/>
        </p:nvSpPr>
        <p:spPr>
          <a:xfrm>
            <a:off x="2246400" y="9247680"/>
            <a:ext cx="115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</a:t>
            </a:r>
            <a:endParaRPr lang="en-US" sz="600" dirty="0"/>
          </a:p>
        </p:txBody>
      </p:sp>
      <p:sp>
        <p:nvSpPr>
          <p:cNvPr id="216" name="Shape 194"/>
          <p:cNvSpPr/>
          <p:nvPr/>
        </p:nvSpPr>
        <p:spPr>
          <a:xfrm>
            <a:off x="2174400" y="9398880"/>
            <a:ext cx="129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olid"/>
          </a:ln>
        </p:spPr>
      </p:sp>
      <p:pic>
        <p:nvPicPr>
          <p:cNvPr id="217" name="Image 20" descr="QR de validação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0400" y="9071280"/>
            <a:ext cx="324000" cy="324000"/>
          </a:xfrm>
          <a:prstGeom prst="rect">
            <a:avLst/>
          </a:prstGeom>
        </p:spPr>
      </p:pic>
      <p:sp>
        <p:nvSpPr>
          <p:cNvPr id="218" name="Shape 195"/>
          <p:cNvSpPr/>
          <p:nvPr/>
        </p:nvSpPr>
        <p:spPr>
          <a:xfrm>
            <a:off x="590400" y="761328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219" name="Shape 196"/>
          <p:cNvSpPr/>
          <p:nvPr/>
        </p:nvSpPr>
        <p:spPr>
          <a:xfrm>
            <a:off x="3902400" y="762768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111111"/>
            </a:solidFill>
            <a:prstDash val="solid"/>
          </a:ln>
        </p:spPr>
      </p:sp>
      <p:pic>
        <p:nvPicPr>
          <p:cNvPr id="220" name="Image 21" descr="logo">    </p:cNvPr>
          <p:cNvPicPr>
            <a:picLocks noChangeAspect="1"/>
          </p:cNvPicPr>
          <p:nvPr/>
        </p:nvPicPr>
        <p:blipFill>
          <a:blip r:embed="rId22">
            <a:alphaModFix amt="8000"/>
          </a:blip>
          <a:stretch>
            <a:fillRect/>
          </a:stretch>
        </p:blipFill>
        <p:spPr>
          <a:xfrm>
            <a:off x="4608000" y="8009280"/>
            <a:ext cx="1440000" cy="1440000"/>
          </a:xfrm>
          <a:prstGeom prst="rect">
            <a:avLst/>
          </a:prstGeom>
        </p:spPr>
      </p:pic>
      <p:pic>
        <p:nvPicPr>
          <p:cNvPr id="221" name="Image 22" descr="brasao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50000" y="7721280"/>
            <a:ext cx="324000" cy="342000"/>
          </a:xfrm>
          <a:prstGeom prst="rect">
            <a:avLst/>
          </a:prstGeom>
        </p:spPr>
      </p:pic>
      <p:sp>
        <p:nvSpPr>
          <p:cNvPr id="222" name="Text 197"/>
          <p:cNvSpPr/>
          <p:nvPr/>
        </p:nvSpPr>
        <p:spPr>
          <a:xfrm>
            <a:off x="4392000" y="770688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REPÚBLICA DE ANGOLA</a:t>
            </a:r>
            <a:endParaRPr lang="en-US" sz="520" dirty="0"/>
          </a:p>
        </p:txBody>
      </p:sp>
      <p:sp>
        <p:nvSpPr>
          <p:cNvPr id="223" name="Text 198"/>
          <p:cNvSpPr/>
          <p:nvPr/>
        </p:nvSpPr>
        <p:spPr>
          <a:xfrm>
            <a:off x="4392000" y="780768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MINISTÉRIO DA EDUCAÇÃO</a:t>
            </a:r>
            <a:endParaRPr lang="en-US" sz="520" dirty="0"/>
          </a:p>
        </p:txBody>
      </p:sp>
      <p:sp>
        <p:nvSpPr>
          <p:cNvPr id="224" name="Text 199"/>
          <p:cNvSpPr/>
          <p:nvPr/>
        </p:nvSpPr>
        <p:spPr>
          <a:xfrm>
            <a:off x="4392000" y="7908480"/>
            <a:ext cx="1656000" cy="115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0B2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225" name="Text 200"/>
          <p:cNvSpPr/>
          <p:nvPr/>
        </p:nvSpPr>
        <p:spPr>
          <a:xfrm>
            <a:off x="4392000" y="800928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0B2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CICLO DO ENSINO SECUNDÁRIO</a:t>
            </a:r>
            <a:endParaRPr lang="en-US" sz="480" dirty="0"/>
          </a:p>
        </p:txBody>
      </p:sp>
      <p:sp>
        <p:nvSpPr>
          <p:cNvPr id="226" name="Shape 201"/>
          <p:cNvSpPr/>
          <p:nvPr/>
        </p:nvSpPr>
        <p:spPr>
          <a:xfrm>
            <a:off x="6120000" y="7757280"/>
            <a:ext cx="684000" cy="900000"/>
          </a:xfrm>
          <a:prstGeom prst="roundRect">
            <a:avLst>
              <a:gd name="adj" fmla="val 7036"/>
            </a:avLst>
          </a:prstGeom>
          <a:solidFill>
            <a:srgbClr val="FFFFFF"/>
          </a:solidFill>
          <a:ln w="10801">
            <a:solidFill>
              <a:srgbClr val="111111"/>
            </a:solidFill>
            <a:prstDash val="solid"/>
          </a:ln>
        </p:spPr>
      </p:sp>
      <p:sp>
        <p:nvSpPr>
          <p:cNvPr id="227" name="Text 202"/>
          <p:cNvSpPr/>
          <p:nvPr/>
        </p:nvSpPr>
        <p:spPr>
          <a:xfrm>
            <a:off x="4050000" y="816768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 Nº 31 / 2025/2026</a:t>
            </a:r>
            <a:endParaRPr lang="en-US" sz="640" dirty="0"/>
          </a:p>
        </p:txBody>
      </p:sp>
      <p:sp>
        <p:nvSpPr>
          <p:cNvPr id="228" name="Text 203"/>
          <p:cNvSpPr/>
          <p:nvPr/>
        </p:nvSpPr>
        <p:spPr>
          <a:xfrm>
            <a:off x="4050000" y="836928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Nome:</a:t>
            </a:r>
            <a:endParaRPr lang="en-US" sz="600" dirty="0"/>
          </a:p>
        </p:txBody>
      </p:sp>
      <p:sp>
        <p:nvSpPr>
          <p:cNvPr id="229" name="Text 204"/>
          <p:cNvSpPr/>
          <p:nvPr/>
        </p:nvSpPr>
        <p:spPr>
          <a:xfrm>
            <a:off x="4392000" y="8354880"/>
            <a:ext cx="165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700" dirty="0"/>
          </a:p>
        </p:txBody>
      </p:sp>
      <p:sp>
        <p:nvSpPr>
          <p:cNvPr id="230" name="Shape 205"/>
          <p:cNvSpPr/>
          <p:nvPr/>
        </p:nvSpPr>
        <p:spPr>
          <a:xfrm>
            <a:off x="4392000" y="8498880"/>
            <a:ext cx="165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231" name="Text 206"/>
          <p:cNvSpPr/>
          <p:nvPr/>
        </p:nvSpPr>
        <p:spPr>
          <a:xfrm>
            <a:off x="4050000" y="8599680"/>
            <a:ext cx="720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Lectivo:</a:t>
            </a:r>
            <a:endParaRPr lang="en-US" sz="600" dirty="0"/>
          </a:p>
        </p:txBody>
      </p:sp>
      <p:sp>
        <p:nvSpPr>
          <p:cNvPr id="232" name="Text 207"/>
          <p:cNvSpPr/>
          <p:nvPr/>
        </p:nvSpPr>
        <p:spPr>
          <a:xfrm>
            <a:off x="4608000" y="8585280"/>
            <a:ext cx="6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640" dirty="0"/>
          </a:p>
        </p:txBody>
      </p:sp>
      <p:sp>
        <p:nvSpPr>
          <p:cNvPr id="233" name="Text 208"/>
          <p:cNvSpPr/>
          <p:nvPr/>
        </p:nvSpPr>
        <p:spPr>
          <a:xfrm>
            <a:off x="5256000" y="8599680"/>
            <a:ext cx="504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Classe:</a:t>
            </a:r>
            <a:endParaRPr lang="en-US" sz="600" dirty="0"/>
          </a:p>
        </p:txBody>
      </p:sp>
      <p:sp>
        <p:nvSpPr>
          <p:cNvPr id="234" name="Text 209"/>
          <p:cNvSpPr/>
          <p:nvPr/>
        </p:nvSpPr>
        <p:spPr>
          <a:xfrm>
            <a:off x="5580000" y="8585280"/>
            <a:ext cx="46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</a:t>
            </a:r>
            <a:endParaRPr lang="en-US" sz="640" dirty="0"/>
          </a:p>
        </p:txBody>
      </p:sp>
      <p:sp>
        <p:nvSpPr>
          <p:cNvPr id="235" name="Shape 210"/>
          <p:cNvSpPr/>
          <p:nvPr/>
        </p:nvSpPr>
        <p:spPr>
          <a:xfrm>
            <a:off x="4608000" y="8729280"/>
            <a:ext cx="57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236" name="Shape 211"/>
          <p:cNvSpPr/>
          <p:nvPr/>
        </p:nvSpPr>
        <p:spPr>
          <a:xfrm>
            <a:off x="5580000" y="8729280"/>
            <a:ext cx="468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237" name="Text 212"/>
          <p:cNvSpPr/>
          <p:nvPr/>
        </p:nvSpPr>
        <p:spPr>
          <a:xfrm>
            <a:off x="6120000" y="875088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Turma:</a:t>
            </a:r>
            <a:endParaRPr lang="en-US" sz="600" dirty="0"/>
          </a:p>
        </p:txBody>
      </p:sp>
      <p:sp>
        <p:nvSpPr>
          <p:cNvPr id="238" name="Text 213"/>
          <p:cNvSpPr/>
          <p:nvPr/>
        </p:nvSpPr>
        <p:spPr>
          <a:xfrm>
            <a:off x="6444000" y="873648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640" dirty="0"/>
          </a:p>
        </p:txBody>
      </p:sp>
      <p:sp>
        <p:nvSpPr>
          <p:cNvPr id="239" name="Shape 214"/>
          <p:cNvSpPr/>
          <p:nvPr/>
        </p:nvSpPr>
        <p:spPr>
          <a:xfrm>
            <a:off x="6444000" y="8880480"/>
            <a:ext cx="360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240" name="Text 215"/>
          <p:cNvSpPr/>
          <p:nvPr/>
        </p:nvSpPr>
        <p:spPr>
          <a:xfrm>
            <a:off x="4050000" y="8837280"/>
            <a:ext cx="288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Nº:</a:t>
            </a:r>
            <a:endParaRPr lang="en-US" sz="600" dirty="0"/>
          </a:p>
        </p:txBody>
      </p:sp>
      <p:sp>
        <p:nvSpPr>
          <p:cNvPr id="241" name="Text 216"/>
          <p:cNvSpPr/>
          <p:nvPr/>
        </p:nvSpPr>
        <p:spPr>
          <a:xfrm>
            <a:off x="4284000" y="882288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640" dirty="0"/>
          </a:p>
        </p:txBody>
      </p:sp>
      <p:sp>
        <p:nvSpPr>
          <p:cNvPr id="242" name="Shape 217"/>
          <p:cNvSpPr/>
          <p:nvPr/>
        </p:nvSpPr>
        <p:spPr>
          <a:xfrm>
            <a:off x="4284000" y="8966880"/>
            <a:ext cx="360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243" name="Text 218"/>
          <p:cNvSpPr/>
          <p:nvPr/>
        </p:nvSpPr>
        <p:spPr>
          <a:xfrm>
            <a:off x="4752000" y="883728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Período:</a:t>
            </a:r>
            <a:endParaRPr lang="en-US" sz="600" dirty="0"/>
          </a:p>
        </p:txBody>
      </p:sp>
      <p:sp>
        <p:nvSpPr>
          <p:cNvPr id="244" name="Text 219"/>
          <p:cNvSpPr/>
          <p:nvPr/>
        </p:nvSpPr>
        <p:spPr>
          <a:xfrm>
            <a:off x="5148000" y="8822880"/>
            <a:ext cx="147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</a:t>
            </a:r>
            <a:endParaRPr lang="en-US" sz="640" dirty="0"/>
          </a:p>
        </p:txBody>
      </p:sp>
      <p:sp>
        <p:nvSpPr>
          <p:cNvPr id="245" name="Shape 220"/>
          <p:cNvSpPr/>
          <p:nvPr/>
        </p:nvSpPr>
        <p:spPr>
          <a:xfrm>
            <a:off x="5148000" y="8966880"/>
            <a:ext cx="147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246" name="Text 221"/>
          <p:cNvSpPr/>
          <p:nvPr/>
        </p:nvSpPr>
        <p:spPr>
          <a:xfrm>
            <a:off x="5544000" y="9247680"/>
            <a:ext cx="115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</a:t>
            </a:r>
            <a:endParaRPr lang="en-US" sz="600" dirty="0"/>
          </a:p>
        </p:txBody>
      </p:sp>
      <p:sp>
        <p:nvSpPr>
          <p:cNvPr id="247" name="Shape 222"/>
          <p:cNvSpPr/>
          <p:nvPr/>
        </p:nvSpPr>
        <p:spPr>
          <a:xfrm>
            <a:off x="5472000" y="9398880"/>
            <a:ext cx="129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olid"/>
          </a:ln>
        </p:spPr>
      </p:sp>
      <p:pic>
        <p:nvPicPr>
          <p:cNvPr id="248" name="Image 23" descr="QR de validação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68000" y="9071280"/>
            <a:ext cx="324000" cy="324000"/>
          </a:xfrm>
          <a:prstGeom prst="rect">
            <a:avLst/>
          </a:prstGeom>
        </p:spPr>
      </p:pic>
      <p:sp>
        <p:nvSpPr>
          <p:cNvPr id="249" name="Shape 223"/>
          <p:cNvSpPr/>
          <p:nvPr/>
        </p:nvSpPr>
        <p:spPr>
          <a:xfrm>
            <a:off x="3888000" y="761328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250" name="Text 224"/>
          <p:cNvSpPr/>
          <p:nvPr/>
        </p:nvSpPr>
        <p:spPr>
          <a:xfrm>
            <a:off x="144000" y="10476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9999"/>
                </a:solidFill>
              </a:rPr>
              <a:t>Frente · folha 1/2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02400" y="114984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0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02400" y="1149840"/>
            <a:ext cx="3052800" cy="252000"/>
          </a:xfrm>
          <a:prstGeom prst="roundRect">
            <a:avLst>
              <a:gd name="adj" fmla="val 155510"/>
            </a:avLst>
          </a:prstGeom>
          <a:solidFill>
            <a:srgbClr val="0B2A6B"/>
          </a:solidFill>
          <a:ln/>
        </p:spPr>
      </p:sp>
      <p:sp>
        <p:nvSpPr>
          <p:cNvPr id="4" name="Text 2"/>
          <p:cNvSpPr/>
          <p:nvPr/>
        </p:nvSpPr>
        <p:spPr>
          <a:xfrm>
            <a:off x="4032000" y="120024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620" dirty="0"/>
          </a:p>
        </p:txBody>
      </p:sp>
      <p:sp>
        <p:nvSpPr>
          <p:cNvPr id="5" name="Text 3"/>
          <p:cNvSpPr/>
          <p:nvPr/>
        </p:nvSpPr>
        <p:spPr>
          <a:xfrm>
            <a:off x="4032000" y="145944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cartão é pessoal e intransmissível e deve ser apresentado sempre que solicitado.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 perda ou o extravio deve ser comunicado de imediato à Secretaria.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 segunda via implica o pagamento da respectiva taxa.</a:t>
            </a:r>
            <a:endParaRPr lang="en-US" sz="520" dirty="0"/>
          </a:p>
        </p:txBody>
      </p:sp>
      <p:sp>
        <p:nvSpPr>
          <p:cNvPr id="6" name="Text 4"/>
          <p:cNvSpPr/>
          <p:nvPr/>
        </p:nvSpPr>
        <p:spPr>
          <a:xfrm>
            <a:off x="4032000" y="217944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até: 2026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4032000" y="234144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Nº 2025-0012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032000" y="250344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Nº 009123905ME043</a:t>
            </a:r>
            <a:endParaRPr lang="en-US" sz="600" dirty="0"/>
          </a:p>
        </p:txBody>
      </p:sp>
      <p:pic>
        <p:nvPicPr>
          <p:cNvPr id="9" name="Image 0" descr="QR de valid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0000" y="1603440"/>
            <a:ext cx="720000" cy="720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76000" y="2359440"/>
            <a:ext cx="1008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</a:t>
            </a:r>
            <a:endParaRPr lang="en-US" sz="4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(leia o código QR)</a:t>
            </a:r>
            <a:endParaRPr lang="en-US" sz="460" dirty="0"/>
          </a:p>
        </p:txBody>
      </p:sp>
      <p:sp>
        <p:nvSpPr>
          <p:cNvPr id="11" name="Text 8"/>
          <p:cNvSpPr/>
          <p:nvPr/>
        </p:nvSpPr>
        <p:spPr>
          <a:xfrm>
            <a:off x="4032000" y="2741040"/>
            <a:ext cx="280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Malanje · 923 000 000</a:t>
            </a:r>
            <a:endParaRPr lang="en-US" sz="460" dirty="0"/>
          </a:p>
        </p:txBody>
      </p:sp>
      <p:sp>
        <p:nvSpPr>
          <p:cNvPr id="12" name="Shape 9"/>
          <p:cNvSpPr/>
          <p:nvPr/>
        </p:nvSpPr>
        <p:spPr>
          <a:xfrm>
            <a:off x="3888000" y="113544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604800" y="114984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0B2A6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4800" y="1149840"/>
            <a:ext cx="3052800" cy="252000"/>
          </a:xfrm>
          <a:prstGeom prst="roundRect">
            <a:avLst>
              <a:gd name="adj" fmla="val 155510"/>
            </a:avLst>
          </a:prstGeom>
          <a:solidFill>
            <a:srgbClr val="0B2A6B"/>
          </a:solidFill>
          <a:ln/>
        </p:spPr>
      </p:sp>
      <p:sp>
        <p:nvSpPr>
          <p:cNvPr id="15" name="Text 12"/>
          <p:cNvSpPr/>
          <p:nvPr/>
        </p:nvSpPr>
        <p:spPr>
          <a:xfrm>
            <a:off x="734400" y="120024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620" dirty="0"/>
          </a:p>
        </p:txBody>
      </p:sp>
      <p:sp>
        <p:nvSpPr>
          <p:cNvPr id="16" name="Text 13"/>
          <p:cNvSpPr/>
          <p:nvPr/>
        </p:nvSpPr>
        <p:spPr>
          <a:xfrm>
            <a:off x="734400" y="145944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cartão é pessoal e intransmissível e deve ser apresentado sempre que solicitado.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 perda ou o extravio deve ser comunicado de imediato à Secretaria.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 segunda via implica o pagamento da respectiva taxa.</a:t>
            </a:r>
            <a:endParaRPr lang="en-US" sz="520" dirty="0"/>
          </a:p>
        </p:txBody>
      </p:sp>
      <p:sp>
        <p:nvSpPr>
          <p:cNvPr id="17" name="Text 14"/>
          <p:cNvSpPr/>
          <p:nvPr/>
        </p:nvSpPr>
        <p:spPr>
          <a:xfrm>
            <a:off x="734400" y="217944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até: 2026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734400" y="234144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Nº 2025-0012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734400" y="250344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Nº 009123905ME043</a:t>
            </a:r>
            <a:endParaRPr lang="en-US" sz="600" dirty="0"/>
          </a:p>
        </p:txBody>
      </p:sp>
      <p:pic>
        <p:nvPicPr>
          <p:cNvPr id="20" name="Image 1" descr="QR de valida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400" y="1603440"/>
            <a:ext cx="720000" cy="7200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678400" y="2359440"/>
            <a:ext cx="1008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</a:t>
            </a:r>
            <a:endParaRPr lang="en-US" sz="4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(leia o código QR)</a:t>
            </a:r>
            <a:endParaRPr lang="en-US" sz="460" dirty="0"/>
          </a:p>
        </p:txBody>
      </p:sp>
      <p:sp>
        <p:nvSpPr>
          <p:cNvPr id="22" name="Text 18"/>
          <p:cNvSpPr/>
          <p:nvPr/>
        </p:nvSpPr>
        <p:spPr>
          <a:xfrm>
            <a:off x="734400" y="2741040"/>
            <a:ext cx="280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Malanje · 923 000 000</a:t>
            </a:r>
            <a:endParaRPr lang="en-US" sz="460" dirty="0"/>
          </a:p>
        </p:txBody>
      </p:sp>
      <p:sp>
        <p:nvSpPr>
          <p:cNvPr id="23" name="Shape 19"/>
          <p:cNvSpPr/>
          <p:nvPr/>
        </p:nvSpPr>
        <p:spPr>
          <a:xfrm>
            <a:off x="590400" y="113544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24" name="Shape 20"/>
          <p:cNvSpPr/>
          <p:nvPr/>
        </p:nvSpPr>
        <p:spPr>
          <a:xfrm>
            <a:off x="3902400" y="330912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0B2A6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902400" y="3309120"/>
            <a:ext cx="3052800" cy="252000"/>
          </a:xfrm>
          <a:prstGeom prst="roundRect">
            <a:avLst>
              <a:gd name="adj" fmla="val 155510"/>
            </a:avLst>
          </a:prstGeom>
          <a:solidFill>
            <a:srgbClr val="0B2A6B"/>
          </a:solidFill>
          <a:ln/>
        </p:spPr>
      </p:sp>
      <p:sp>
        <p:nvSpPr>
          <p:cNvPr id="26" name="Text 22"/>
          <p:cNvSpPr/>
          <p:nvPr/>
        </p:nvSpPr>
        <p:spPr>
          <a:xfrm>
            <a:off x="4032000" y="335952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620" dirty="0"/>
          </a:p>
        </p:txBody>
      </p:sp>
      <p:sp>
        <p:nvSpPr>
          <p:cNvPr id="27" name="Text 23"/>
          <p:cNvSpPr/>
          <p:nvPr/>
        </p:nvSpPr>
        <p:spPr>
          <a:xfrm>
            <a:off x="4032000" y="361872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cartão é pessoal e intransmissível e deve ser apresentado sempre que solicitado.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 perda ou o extravio deve ser comunicado de imediato à Secretaria.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 segunda via implica o pagamento da respectiva taxa.</a:t>
            </a:r>
            <a:endParaRPr lang="en-US" sz="520" dirty="0"/>
          </a:p>
        </p:txBody>
      </p:sp>
      <p:sp>
        <p:nvSpPr>
          <p:cNvPr id="28" name="Text 24"/>
          <p:cNvSpPr/>
          <p:nvPr/>
        </p:nvSpPr>
        <p:spPr>
          <a:xfrm>
            <a:off x="4032000" y="433872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até: 2026</a:t>
            </a:r>
            <a:endParaRPr lang="en-US" sz="600" dirty="0"/>
          </a:p>
        </p:txBody>
      </p:sp>
      <p:sp>
        <p:nvSpPr>
          <p:cNvPr id="29" name="Text 25"/>
          <p:cNvSpPr/>
          <p:nvPr/>
        </p:nvSpPr>
        <p:spPr>
          <a:xfrm>
            <a:off x="4032000" y="450072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Nº 2025-0012</a:t>
            </a:r>
            <a:endParaRPr lang="en-US" sz="600" dirty="0"/>
          </a:p>
        </p:txBody>
      </p:sp>
      <p:sp>
        <p:nvSpPr>
          <p:cNvPr id="30" name="Text 26"/>
          <p:cNvSpPr/>
          <p:nvPr/>
        </p:nvSpPr>
        <p:spPr>
          <a:xfrm>
            <a:off x="4032000" y="466272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Nº 009123905ME043</a:t>
            </a:r>
            <a:endParaRPr lang="en-US" sz="600" dirty="0"/>
          </a:p>
        </p:txBody>
      </p:sp>
      <p:pic>
        <p:nvPicPr>
          <p:cNvPr id="31" name="Image 2" descr="QR de validaçã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3762720"/>
            <a:ext cx="720000" cy="7200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976000" y="4518720"/>
            <a:ext cx="1008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</a:t>
            </a:r>
            <a:endParaRPr lang="en-US" sz="4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(leia o código QR)</a:t>
            </a:r>
            <a:endParaRPr lang="en-US" sz="460" dirty="0"/>
          </a:p>
        </p:txBody>
      </p:sp>
      <p:sp>
        <p:nvSpPr>
          <p:cNvPr id="33" name="Text 28"/>
          <p:cNvSpPr/>
          <p:nvPr/>
        </p:nvSpPr>
        <p:spPr>
          <a:xfrm>
            <a:off x="4032000" y="4900320"/>
            <a:ext cx="280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Malanje · 923 000 000</a:t>
            </a:r>
            <a:endParaRPr lang="en-US" sz="460" dirty="0"/>
          </a:p>
        </p:txBody>
      </p:sp>
      <p:sp>
        <p:nvSpPr>
          <p:cNvPr id="34" name="Shape 29"/>
          <p:cNvSpPr/>
          <p:nvPr/>
        </p:nvSpPr>
        <p:spPr>
          <a:xfrm>
            <a:off x="3888000" y="329472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35" name="Shape 30"/>
          <p:cNvSpPr/>
          <p:nvPr/>
        </p:nvSpPr>
        <p:spPr>
          <a:xfrm>
            <a:off x="604800" y="330912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0B2A6B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04800" y="3309120"/>
            <a:ext cx="3052800" cy="252000"/>
          </a:xfrm>
          <a:prstGeom prst="roundRect">
            <a:avLst>
              <a:gd name="adj" fmla="val 155510"/>
            </a:avLst>
          </a:prstGeom>
          <a:solidFill>
            <a:srgbClr val="0B2A6B"/>
          </a:solidFill>
          <a:ln/>
        </p:spPr>
      </p:sp>
      <p:sp>
        <p:nvSpPr>
          <p:cNvPr id="37" name="Text 32"/>
          <p:cNvSpPr/>
          <p:nvPr/>
        </p:nvSpPr>
        <p:spPr>
          <a:xfrm>
            <a:off x="734400" y="335952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620" dirty="0"/>
          </a:p>
        </p:txBody>
      </p:sp>
      <p:sp>
        <p:nvSpPr>
          <p:cNvPr id="38" name="Text 33"/>
          <p:cNvSpPr/>
          <p:nvPr/>
        </p:nvSpPr>
        <p:spPr>
          <a:xfrm>
            <a:off x="734400" y="361872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cartão é pessoal e intransmissível e deve ser apresentado sempre que solicitado.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 perda ou o extravio deve ser comunicado de imediato à Secretaria.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 segunda via implica o pagamento da respectiva taxa.</a:t>
            </a:r>
            <a:endParaRPr lang="en-US" sz="520" dirty="0"/>
          </a:p>
        </p:txBody>
      </p:sp>
      <p:sp>
        <p:nvSpPr>
          <p:cNvPr id="39" name="Text 34"/>
          <p:cNvSpPr/>
          <p:nvPr/>
        </p:nvSpPr>
        <p:spPr>
          <a:xfrm>
            <a:off x="734400" y="433872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até: 2026</a:t>
            </a:r>
            <a:endParaRPr lang="en-US" sz="600" dirty="0"/>
          </a:p>
        </p:txBody>
      </p:sp>
      <p:sp>
        <p:nvSpPr>
          <p:cNvPr id="40" name="Text 35"/>
          <p:cNvSpPr/>
          <p:nvPr/>
        </p:nvSpPr>
        <p:spPr>
          <a:xfrm>
            <a:off x="734400" y="450072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Nº 2025-0012</a:t>
            </a:r>
            <a:endParaRPr lang="en-US" sz="600" dirty="0"/>
          </a:p>
        </p:txBody>
      </p:sp>
      <p:sp>
        <p:nvSpPr>
          <p:cNvPr id="41" name="Text 36"/>
          <p:cNvSpPr/>
          <p:nvPr/>
        </p:nvSpPr>
        <p:spPr>
          <a:xfrm>
            <a:off x="734400" y="466272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Nº 009123905ME043</a:t>
            </a:r>
            <a:endParaRPr lang="en-US" sz="600" dirty="0"/>
          </a:p>
        </p:txBody>
      </p:sp>
      <p:pic>
        <p:nvPicPr>
          <p:cNvPr id="42" name="Image 3" descr="QR de validaçã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400" y="3762720"/>
            <a:ext cx="720000" cy="72000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2678400" y="4518720"/>
            <a:ext cx="1008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</a:t>
            </a:r>
            <a:endParaRPr lang="en-US" sz="4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(leia o código QR)</a:t>
            </a:r>
            <a:endParaRPr lang="en-US" sz="460" dirty="0"/>
          </a:p>
        </p:txBody>
      </p:sp>
      <p:sp>
        <p:nvSpPr>
          <p:cNvPr id="44" name="Text 38"/>
          <p:cNvSpPr/>
          <p:nvPr/>
        </p:nvSpPr>
        <p:spPr>
          <a:xfrm>
            <a:off x="734400" y="4900320"/>
            <a:ext cx="280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Malanje · 923 000 000</a:t>
            </a:r>
            <a:endParaRPr lang="en-US" sz="460" dirty="0"/>
          </a:p>
        </p:txBody>
      </p:sp>
      <p:sp>
        <p:nvSpPr>
          <p:cNvPr id="45" name="Shape 39"/>
          <p:cNvSpPr/>
          <p:nvPr/>
        </p:nvSpPr>
        <p:spPr>
          <a:xfrm>
            <a:off x="590400" y="329472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46" name="Shape 40"/>
          <p:cNvSpPr/>
          <p:nvPr/>
        </p:nvSpPr>
        <p:spPr>
          <a:xfrm>
            <a:off x="3902400" y="546840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0B2A6B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3902400" y="5468400"/>
            <a:ext cx="3052800" cy="252000"/>
          </a:xfrm>
          <a:prstGeom prst="roundRect">
            <a:avLst>
              <a:gd name="adj" fmla="val 155510"/>
            </a:avLst>
          </a:prstGeom>
          <a:solidFill>
            <a:srgbClr val="0B2A6B"/>
          </a:solidFill>
          <a:ln/>
        </p:spPr>
      </p:sp>
      <p:sp>
        <p:nvSpPr>
          <p:cNvPr id="48" name="Text 42"/>
          <p:cNvSpPr/>
          <p:nvPr/>
        </p:nvSpPr>
        <p:spPr>
          <a:xfrm>
            <a:off x="4032000" y="551880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620" dirty="0"/>
          </a:p>
        </p:txBody>
      </p:sp>
      <p:sp>
        <p:nvSpPr>
          <p:cNvPr id="49" name="Text 43"/>
          <p:cNvSpPr/>
          <p:nvPr/>
        </p:nvSpPr>
        <p:spPr>
          <a:xfrm>
            <a:off x="4032000" y="577800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cartão é pessoal e intransmissível e deve ser apresentado sempre que solicitado.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 perda ou o extravio deve ser comunicado de imediato à Secretaria.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 segunda via implica o pagamento da respectiva taxa.</a:t>
            </a:r>
            <a:endParaRPr lang="en-US" sz="520" dirty="0"/>
          </a:p>
        </p:txBody>
      </p:sp>
      <p:sp>
        <p:nvSpPr>
          <p:cNvPr id="50" name="Text 44"/>
          <p:cNvSpPr/>
          <p:nvPr/>
        </p:nvSpPr>
        <p:spPr>
          <a:xfrm>
            <a:off x="4032000" y="649800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até: 2026</a:t>
            </a:r>
            <a:endParaRPr lang="en-US" sz="600" dirty="0"/>
          </a:p>
        </p:txBody>
      </p:sp>
      <p:sp>
        <p:nvSpPr>
          <p:cNvPr id="51" name="Text 45"/>
          <p:cNvSpPr/>
          <p:nvPr/>
        </p:nvSpPr>
        <p:spPr>
          <a:xfrm>
            <a:off x="4032000" y="666000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Nº 2025-0012</a:t>
            </a:r>
            <a:endParaRPr lang="en-US" sz="600" dirty="0"/>
          </a:p>
        </p:txBody>
      </p:sp>
      <p:sp>
        <p:nvSpPr>
          <p:cNvPr id="52" name="Text 46"/>
          <p:cNvSpPr/>
          <p:nvPr/>
        </p:nvSpPr>
        <p:spPr>
          <a:xfrm>
            <a:off x="4032000" y="682200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Nº 009123905ME043</a:t>
            </a:r>
            <a:endParaRPr lang="en-US" sz="600" dirty="0"/>
          </a:p>
        </p:txBody>
      </p:sp>
      <p:pic>
        <p:nvPicPr>
          <p:cNvPr id="53" name="Image 4" descr="QR de validaçã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0000" y="5922000"/>
            <a:ext cx="720000" cy="720000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5976000" y="6678000"/>
            <a:ext cx="1008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</a:t>
            </a:r>
            <a:endParaRPr lang="en-US" sz="4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(leia o código QR)</a:t>
            </a:r>
            <a:endParaRPr lang="en-US" sz="460" dirty="0"/>
          </a:p>
        </p:txBody>
      </p:sp>
      <p:sp>
        <p:nvSpPr>
          <p:cNvPr id="55" name="Text 48"/>
          <p:cNvSpPr/>
          <p:nvPr/>
        </p:nvSpPr>
        <p:spPr>
          <a:xfrm>
            <a:off x="4032000" y="7059600"/>
            <a:ext cx="280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Malanje · 923 000 000</a:t>
            </a:r>
            <a:endParaRPr lang="en-US" sz="460" dirty="0"/>
          </a:p>
        </p:txBody>
      </p:sp>
      <p:sp>
        <p:nvSpPr>
          <p:cNvPr id="56" name="Shape 49"/>
          <p:cNvSpPr/>
          <p:nvPr/>
        </p:nvSpPr>
        <p:spPr>
          <a:xfrm>
            <a:off x="3888000" y="545400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57" name="Shape 50"/>
          <p:cNvSpPr/>
          <p:nvPr/>
        </p:nvSpPr>
        <p:spPr>
          <a:xfrm>
            <a:off x="604800" y="546840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0B2A6B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604800" y="5468400"/>
            <a:ext cx="3052800" cy="252000"/>
          </a:xfrm>
          <a:prstGeom prst="roundRect">
            <a:avLst>
              <a:gd name="adj" fmla="val 155510"/>
            </a:avLst>
          </a:prstGeom>
          <a:solidFill>
            <a:srgbClr val="0B2A6B"/>
          </a:solidFill>
          <a:ln/>
        </p:spPr>
      </p:sp>
      <p:sp>
        <p:nvSpPr>
          <p:cNvPr id="59" name="Text 52"/>
          <p:cNvSpPr/>
          <p:nvPr/>
        </p:nvSpPr>
        <p:spPr>
          <a:xfrm>
            <a:off x="734400" y="551880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620" dirty="0"/>
          </a:p>
        </p:txBody>
      </p:sp>
      <p:sp>
        <p:nvSpPr>
          <p:cNvPr id="60" name="Text 53"/>
          <p:cNvSpPr/>
          <p:nvPr/>
        </p:nvSpPr>
        <p:spPr>
          <a:xfrm>
            <a:off x="734400" y="577800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cartão é pessoal e intransmissível e deve ser apresentado sempre que solicitado.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 perda ou o extravio deve ser comunicado de imediato à Secretaria.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 segunda via implica o pagamento da respectiva taxa.</a:t>
            </a:r>
            <a:endParaRPr lang="en-US" sz="520" dirty="0"/>
          </a:p>
        </p:txBody>
      </p:sp>
      <p:sp>
        <p:nvSpPr>
          <p:cNvPr id="61" name="Text 54"/>
          <p:cNvSpPr/>
          <p:nvPr/>
        </p:nvSpPr>
        <p:spPr>
          <a:xfrm>
            <a:off x="734400" y="649800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até: 2026</a:t>
            </a:r>
            <a:endParaRPr lang="en-US" sz="600" dirty="0"/>
          </a:p>
        </p:txBody>
      </p:sp>
      <p:sp>
        <p:nvSpPr>
          <p:cNvPr id="62" name="Text 55"/>
          <p:cNvSpPr/>
          <p:nvPr/>
        </p:nvSpPr>
        <p:spPr>
          <a:xfrm>
            <a:off x="734400" y="666000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Nº 2025-0012</a:t>
            </a:r>
            <a:endParaRPr lang="en-US" sz="600" dirty="0"/>
          </a:p>
        </p:txBody>
      </p:sp>
      <p:sp>
        <p:nvSpPr>
          <p:cNvPr id="63" name="Text 56"/>
          <p:cNvSpPr/>
          <p:nvPr/>
        </p:nvSpPr>
        <p:spPr>
          <a:xfrm>
            <a:off x="734400" y="682200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Nº 009123905ME043</a:t>
            </a:r>
            <a:endParaRPr lang="en-US" sz="600" dirty="0"/>
          </a:p>
        </p:txBody>
      </p:sp>
      <p:pic>
        <p:nvPicPr>
          <p:cNvPr id="64" name="Image 5" descr="QR de validaçã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2000"/>
            <a:ext cx="720000" cy="720000"/>
          </a:xfrm>
          <a:prstGeom prst="rect">
            <a:avLst/>
          </a:prstGeom>
        </p:spPr>
      </p:pic>
      <p:sp>
        <p:nvSpPr>
          <p:cNvPr id="65" name="Text 57"/>
          <p:cNvSpPr/>
          <p:nvPr/>
        </p:nvSpPr>
        <p:spPr>
          <a:xfrm>
            <a:off x="2678400" y="6678000"/>
            <a:ext cx="1008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</a:t>
            </a:r>
            <a:endParaRPr lang="en-US" sz="4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(leia o código QR)</a:t>
            </a:r>
            <a:endParaRPr lang="en-US" sz="460" dirty="0"/>
          </a:p>
        </p:txBody>
      </p:sp>
      <p:sp>
        <p:nvSpPr>
          <p:cNvPr id="66" name="Text 58"/>
          <p:cNvSpPr/>
          <p:nvPr/>
        </p:nvSpPr>
        <p:spPr>
          <a:xfrm>
            <a:off x="734400" y="7059600"/>
            <a:ext cx="280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Malanje · 923 000 000</a:t>
            </a:r>
            <a:endParaRPr lang="en-US" sz="460" dirty="0"/>
          </a:p>
        </p:txBody>
      </p:sp>
      <p:sp>
        <p:nvSpPr>
          <p:cNvPr id="67" name="Shape 59"/>
          <p:cNvSpPr/>
          <p:nvPr/>
        </p:nvSpPr>
        <p:spPr>
          <a:xfrm>
            <a:off x="590400" y="545400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68" name="Shape 60"/>
          <p:cNvSpPr/>
          <p:nvPr/>
        </p:nvSpPr>
        <p:spPr>
          <a:xfrm>
            <a:off x="3902400" y="762768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0B2A6B"/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3902400" y="7627680"/>
            <a:ext cx="3052800" cy="252000"/>
          </a:xfrm>
          <a:prstGeom prst="roundRect">
            <a:avLst>
              <a:gd name="adj" fmla="val 155510"/>
            </a:avLst>
          </a:prstGeom>
          <a:solidFill>
            <a:srgbClr val="0B2A6B"/>
          </a:solidFill>
          <a:ln/>
        </p:spPr>
      </p:sp>
      <p:sp>
        <p:nvSpPr>
          <p:cNvPr id="70" name="Text 62"/>
          <p:cNvSpPr/>
          <p:nvPr/>
        </p:nvSpPr>
        <p:spPr>
          <a:xfrm>
            <a:off x="4032000" y="767808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620" dirty="0"/>
          </a:p>
        </p:txBody>
      </p:sp>
      <p:sp>
        <p:nvSpPr>
          <p:cNvPr id="71" name="Text 63"/>
          <p:cNvSpPr/>
          <p:nvPr/>
        </p:nvSpPr>
        <p:spPr>
          <a:xfrm>
            <a:off x="4032000" y="793728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cartão é pessoal e intransmissível e deve ser apresentado sempre que solicitado.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 perda ou o extravio deve ser comunicado de imediato à Secretaria.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 segunda via implica o pagamento da respectiva taxa.</a:t>
            </a:r>
            <a:endParaRPr lang="en-US" sz="520" dirty="0"/>
          </a:p>
        </p:txBody>
      </p:sp>
      <p:sp>
        <p:nvSpPr>
          <p:cNvPr id="72" name="Text 64"/>
          <p:cNvSpPr/>
          <p:nvPr/>
        </p:nvSpPr>
        <p:spPr>
          <a:xfrm>
            <a:off x="4032000" y="865728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até: 2026</a:t>
            </a:r>
            <a:endParaRPr lang="en-US" sz="600" dirty="0"/>
          </a:p>
        </p:txBody>
      </p:sp>
      <p:sp>
        <p:nvSpPr>
          <p:cNvPr id="73" name="Text 65"/>
          <p:cNvSpPr/>
          <p:nvPr/>
        </p:nvSpPr>
        <p:spPr>
          <a:xfrm>
            <a:off x="4032000" y="881928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Nº 2025-0012</a:t>
            </a:r>
            <a:endParaRPr lang="en-US" sz="600" dirty="0"/>
          </a:p>
        </p:txBody>
      </p:sp>
      <p:sp>
        <p:nvSpPr>
          <p:cNvPr id="74" name="Text 66"/>
          <p:cNvSpPr/>
          <p:nvPr/>
        </p:nvSpPr>
        <p:spPr>
          <a:xfrm>
            <a:off x="4032000" y="898128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Nº 009123905ME043</a:t>
            </a:r>
            <a:endParaRPr lang="en-US" sz="600" dirty="0"/>
          </a:p>
        </p:txBody>
      </p:sp>
      <p:pic>
        <p:nvPicPr>
          <p:cNvPr id="75" name="Image 6" descr="QR de validaçã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0000" y="8081280"/>
            <a:ext cx="720000" cy="720000"/>
          </a:xfrm>
          <a:prstGeom prst="rect">
            <a:avLst/>
          </a:prstGeom>
        </p:spPr>
      </p:pic>
      <p:sp>
        <p:nvSpPr>
          <p:cNvPr id="76" name="Text 67"/>
          <p:cNvSpPr/>
          <p:nvPr/>
        </p:nvSpPr>
        <p:spPr>
          <a:xfrm>
            <a:off x="5976000" y="8837280"/>
            <a:ext cx="1008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</a:t>
            </a:r>
            <a:endParaRPr lang="en-US" sz="4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(leia o código QR)</a:t>
            </a:r>
            <a:endParaRPr lang="en-US" sz="460" dirty="0"/>
          </a:p>
        </p:txBody>
      </p:sp>
      <p:sp>
        <p:nvSpPr>
          <p:cNvPr id="77" name="Text 68"/>
          <p:cNvSpPr/>
          <p:nvPr/>
        </p:nvSpPr>
        <p:spPr>
          <a:xfrm>
            <a:off x="4032000" y="9218880"/>
            <a:ext cx="280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Malanje · 923 000 000</a:t>
            </a:r>
            <a:endParaRPr lang="en-US" sz="460" dirty="0"/>
          </a:p>
        </p:txBody>
      </p:sp>
      <p:sp>
        <p:nvSpPr>
          <p:cNvPr id="78" name="Shape 69"/>
          <p:cNvSpPr/>
          <p:nvPr/>
        </p:nvSpPr>
        <p:spPr>
          <a:xfrm>
            <a:off x="3888000" y="761328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79" name="Shape 70"/>
          <p:cNvSpPr/>
          <p:nvPr/>
        </p:nvSpPr>
        <p:spPr>
          <a:xfrm>
            <a:off x="604800" y="762768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0B2A6B"/>
            </a:solidFill>
            <a:prstDash val="solid"/>
          </a:ln>
        </p:spPr>
      </p:sp>
      <p:sp>
        <p:nvSpPr>
          <p:cNvPr id="80" name="Shape 71"/>
          <p:cNvSpPr/>
          <p:nvPr/>
        </p:nvSpPr>
        <p:spPr>
          <a:xfrm>
            <a:off x="604800" y="7627680"/>
            <a:ext cx="3052800" cy="252000"/>
          </a:xfrm>
          <a:prstGeom prst="roundRect">
            <a:avLst>
              <a:gd name="adj" fmla="val 155510"/>
            </a:avLst>
          </a:prstGeom>
          <a:solidFill>
            <a:srgbClr val="0B2A6B"/>
          </a:solidFill>
          <a:ln/>
        </p:spPr>
      </p:sp>
      <p:sp>
        <p:nvSpPr>
          <p:cNvPr id="81" name="Text 72"/>
          <p:cNvSpPr/>
          <p:nvPr/>
        </p:nvSpPr>
        <p:spPr>
          <a:xfrm>
            <a:off x="734400" y="767808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620" dirty="0"/>
          </a:p>
        </p:txBody>
      </p:sp>
      <p:sp>
        <p:nvSpPr>
          <p:cNvPr id="82" name="Text 73"/>
          <p:cNvSpPr/>
          <p:nvPr/>
        </p:nvSpPr>
        <p:spPr>
          <a:xfrm>
            <a:off x="734400" y="793728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cartão é pessoal e intransmissível e deve ser apresentado sempre que solicitado.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 perda ou o extravio deve ser comunicado de imediato à Secretaria.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 segunda via implica o pagamento da respectiva taxa.</a:t>
            </a:r>
            <a:endParaRPr lang="en-US" sz="520" dirty="0"/>
          </a:p>
        </p:txBody>
      </p:sp>
      <p:sp>
        <p:nvSpPr>
          <p:cNvPr id="83" name="Text 74"/>
          <p:cNvSpPr/>
          <p:nvPr/>
        </p:nvSpPr>
        <p:spPr>
          <a:xfrm>
            <a:off x="734400" y="865728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até: 2026</a:t>
            </a:r>
            <a:endParaRPr lang="en-US" sz="600" dirty="0"/>
          </a:p>
        </p:txBody>
      </p:sp>
      <p:sp>
        <p:nvSpPr>
          <p:cNvPr id="84" name="Text 75"/>
          <p:cNvSpPr/>
          <p:nvPr/>
        </p:nvSpPr>
        <p:spPr>
          <a:xfrm>
            <a:off x="734400" y="881928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Nº 2025-0012</a:t>
            </a:r>
            <a:endParaRPr lang="en-US" sz="600" dirty="0"/>
          </a:p>
        </p:txBody>
      </p:sp>
      <p:sp>
        <p:nvSpPr>
          <p:cNvPr id="85" name="Text 76"/>
          <p:cNvSpPr/>
          <p:nvPr/>
        </p:nvSpPr>
        <p:spPr>
          <a:xfrm>
            <a:off x="734400" y="898128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Nº 009123905ME043</a:t>
            </a:r>
            <a:endParaRPr lang="en-US" sz="600" dirty="0"/>
          </a:p>
        </p:txBody>
      </p:sp>
      <p:pic>
        <p:nvPicPr>
          <p:cNvPr id="86" name="Image 7" descr="QR de validaçã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2400" y="8081280"/>
            <a:ext cx="720000" cy="720000"/>
          </a:xfrm>
          <a:prstGeom prst="rect">
            <a:avLst/>
          </a:prstGeom>
        </p:spPr>
      </p:pic>
      <p:sp>
        <p:nvSpPr>
          <p:cNvPr id="87" name="Text 77"/>
          <p:cNvSpPr/>
          <p:nvPr/>
        </p:nvSpPr>
        <p:spPr>
          <a:xfrm>
            <a:off x="2678400" y="8837280"/>
            <a:ext cx="1008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</a:t>
            </a:r>
            <a:endParaRPr lang="en-US" sz="4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(leia o código QR)</a:t>
            </a:r>
            <a:endParaRPr lang="en-US" sz="460" dirty="0"/>
          </a:p>
        </p:txBody>
      </p:sp>
      <p:sp>
        <p:nvSpPr>
          <p:cNvPr id="88" name="Text 78"/>
          <p:cNvSpPr/>
          <p:nvPr/>
        </p:nvSpPr>
        <p:spPr>
          <a:xfrm>
            <a:off x="734400" y="9218880"/>
            <a:ext cx="280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Malanje · 923 000 000</a:t>
            </a:r>
            <a:endParaRPr lang="en-US" sz="460" dirty="0"/>
          </a:p>
        </p:txBody>
      </p:sp>
      <p:sp>
        <p:nvSpPr>
          <p:cNvPr id="89" name="Shape 79"/>
          <p:cNvSpPr/>
          <p:nvPr/>
        </p:nvSpPr>
        <p:spPr>
          <a:xfrm>
            <a:off x="590400" y="761328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90" name="Text 80"/>
          <p:cNvSpPr/>
          <p:nvPr/>
        </p:nvSpPr>
        <p:spPr>
          <a:xfrm>
            <a:off x="144000" y="10476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9999"/>
                </a:solidFill>
              </a:rPr>
              <a:t>Verso (espelhado) · folha 1/2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4800" y="114984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111111"/>
            </a:solidFill>
            <a:prstDash val="solid"/>
          </a:ln>
        </p:spPr>
      </p:sp>
      <p:pic>
        <p:nvPicPr>
          <p:cNvPr id="3" name="Image 0" descr="logo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1310400" y="1531440"/>
            <a:ext cx="1440000" cy="1440000"/>
          </a:xfrm>
          <a:prstGeom prst="rect">
            <a:avLst/>
          </a:prstGeom>
        </p:spPr>
      </p:pic>
      <p:pic>
        <p:nvPicPr>
          <p:cNvPr id="4" name="Image 1" descr="brasa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00" y="1243440"/>
            <a:ext cx="324000" cy="342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4400" y="122904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REPÚBLICA DE ANGOLA</a:t>
            </a:r>
            <a:endParaRPr lang="en-US" sz="520" dirty="0"/>
          </a:p>
        </p:txBody>
      </p:sp>
      <p:sp>
        <p:nvSpPr>
          <p:cNvPr id="6" name="Text 2"/>
          <p:cNvSpPr/>
          <p:nvPr/>
        </p:nvSpPr>
        <p:spPr>
          <a:xfrm>
            <a:off x="1094400" y="132984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MINISTÉRIO DA EDUCAÇÃO</a:t>
            </a:r>
            <a:endParaRPr lang="en-US" sz="520" dirty="0"/>
          </a:p>
        </p:txBody>
      </p:sp>
      <p:sp>
        <p:nvSpPr>
          <p:cNvPr id="7" name="Text 3"/>
          <p:cNvSpPr/>
          <p:nvPr/>
        </p:nvSpPr>
        <p:spPr>
          <a:xfrm>
            <a:off x="1094400" y="1430640"/>
            <a:ext cx="1656000" cy="115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0B2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8" name="Text 4"/>
          <p:cNvSpPr/>
          <p:nvPr/>
        </p:nvSpPr>
        <p:spPr>
          <a:xfrm>
            <a:off x="1094400" y="1531440"/>
            <a:ext cx="1728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0B2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CICLO DO ENSINO SECUNDÁRIO</a:t>
            </a:r>
            <a:endParaRPr lang="en-US" sz="480" dirty="0"/>
          </a:p>
        </p:txBody>
      </p:sp>
      <p:sp>
        <p:nvSpPr>
          <p:cNvPr id="9" name="Shape 5"/>
          <p:cNvSpPr/>
          <p:nvPr/>
        </p:nvSpPr>
        <p:spPr>
          <a:xfrm>
            <a:off x="2822400" y="1279440"/>
            <a:ext cx="684000" cy="900000"/>
          </a:xfrm>
          <a:prstGeom prst="roundRect">
            <a:avLst>
              <a:gd name="adj" fmla="val 7036"/>
            </a:avLst>
          </a:prstGeom>
          <a:solidFill>
            <a:srgbClr val="FFFFFF"/>
          </a:solidFill>
          <a:ln w="10801">
            <a:solidFill>
              <a:srgbClr val="11111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52400" y="168984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 Nº 31 / 2025/2026</a:t>
            </a:r>
            <a:endParaRPr lang="en-US" sz="640" dirty="0"/>
          </a:p>
        </p:txBody>
      </p:sp>
      <p:sp>
        <p:nvSpPr>
          <p:cNvPr id="11" name="Text 7"/>
          <p:cNvSpPr/>
          <p:nvPr/>
        </p:nvSpPr>
        <p:spPr>
          <a:xfrm>
            <a:off x="752400" y="189144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Nome: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1094400" y="1877040"/>
            <a:ext cx="165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1094400" y="2021040"/>
            <a:ext cx="165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14" name="Text 10"/>
          <p:cNvSpPr/>
          <p:nvPr/>
        </p:nvSpPr>
        <p:spPr>
          <a:xfrm>
            <a:off x="752400" y="2121840"/>
            <a:ext cx="720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Lectivo:</a:t>
            </a:r>
            <a:endParaRPr lang="en-US" sz="600" dirty="0"/>
          </a:p>
        </p:txBody>
      </p:sp>
      <p:sp>
        <p:nvSpPr>
          <p:cNvPr id="15" name="Text 11"/>
          <p:cNvSpPr/>
          <p:nvPr/>
        </p:nvSpPr>
        <p:spPr>
          <a:xfrm>
            <a:off x="1310400" y="2107440"/>
            <a:ext cx="6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640" dirty="0"/>
          </a:p>
        </p:txBody>
      </p:sp>
      <p:sp>
        <p:nvSpPr>
          <p:cNvPr id="16" name="Text 12"/>
          <p:cNvSpPr/>
          <p:nvPr/>
        </p:nvSpPr>
        <p:spPr>
          <a:xfrm>
            <a:off x="1958400" y="2121840"/>
            <a:ext cx="504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Classe:</a:t>
            </a:r>
            <a:endParaRPr lang="en-US" sz="600" dirty="0"/>
          </a:p>
        </p:txBody>
      </p:sp>
      <p:sp>
        <p:nvSpPr>
          <p:cNvPr id="17" name="Text 13"/>
          <p:cNvSpPr/>
          <p:nvPr/>
        </p:nvSpPr>
        <p:spPr>
          <a:xfrm>
            <a:off x="2282400" y="2107440"/>
            <a:ext cx="46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</a:t>
            </a:r>
            <a:endParaRPr lang="en-US" sz="640" dirty="0"/>
          </a:p>
        </p:txBody>
      </p:sp>
      <p:sp>
        <p:nvSpPr>
          <p:cNvPr id="18" name="Shape 14"/>
          <p:cNvSpPr/>
          <p:nvPr/>
        </p:nvSpPr>
        <p:spPr>
          <a:xfrm>
            <a:off x="1310400" y="2251440"/>
            <a:ext cx="57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19" name="Shape 15"/>
          <p:cNvSpPr/>
          <p:nvPr/>
        </p:nvSpPr>
        <p:spPr>
          <a:xfrm>
            <a:off x="2282400" y="2251440"/>
            <a:ext cx="468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20" name="Text 16"/>
          <p:cNvSpPr/>
          <p:nvPr/>
        </p:nvSpPr>
        <p:spPr>
          <a:xfrm>
            <a:off x="2822400" y="227304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Turma:</a:t>
            </a:r>
            <a:endParaRPr lang="en-US" sz="600" dirty="0"/>
          </a:p>
        </p:txBody>
      </p:sp>
      <p:sp>
        <p:nvSpPr>
          <p:cNvPr id="21" name="Text 17"/>
          <p:cNvSpPr/>
          <p:nvPr/>
        </p:nvSpPr>
        <p:spPr>
          <a:xfrm>
            <a:off x="3146400" y="225864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640" dirty="0"/>
          </a:p>
        </p:txBody>
      </p:sp>
      <p:sp>
        <p:nvSpPr>
          <p:cNvPr id="22" name="Shape 18"/>
          <p:cNvSpPr/>
          <p:nvPr/>
        </p:nvSpPr>
        <p:spPr>
          <a:xfrm>
            <a:off x="3146400" y="2402640"/>
            <a:ext cx="360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23" name="Text 19"/>
          <p:cNvSpPr/>
          <p:nvPr/>
        </p:nvSpPr>
        <p:spPr>
          <a:xfrm>
            <a:off x="752400" y="2359440"/>
            <a:ext cx="288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Nº:</a:t>
            </a:r>
            <a:endParaRPr lang="en-US" sz="600" dirty="0"/>
          </a:p>
        </p:txBody>
      </p:sp>
      <p:sp>
        <p:nvSpPr>
          <p:cNvPr id="24" name="Text 20"/>
          <p:cNvSpPr/>
          <p:nvPr/>
        </p:nvSpPr>
        <p:spPr>
          <a:xfrm>
            <a:off x="986400" y="234504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640" dirty="0"/>
          </a:p>
        </p:txBody>
      </p:sp>
      <p:sp>
        <p:nvSpPr>
          <p:cNvPr id="25" name="Shape 21"/>
          <p:cNvSpPr/>
          <p:nvPr/>
        </p:nvSpPr>
        <p:spPr>
          <a:xfrm>
            <a:off x="986400" y="2489040"/>
            <a:ext cx="360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26" name="Text 22"/>
          <p:cNvSpPr/>
          <p:nvPr/>
        </p:nvSpPr>
        <p:spPr>
          <a:xfrm>
            <a:off x="1454400" y="2359440"/>
            <a:ext cx="43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Período:</a:t>
            </a:r>
            <a:endParaRPr lang="en-US" sz="600" dirty="0"/>
          </a:p>
        </p:txBody>
      </p:sp>
      <p:sp>
        <p:nvSpPr>
          <p:cNvPr id="27" name="Text 23"/>
          <p:cNvSpPr/>
          <p:nvPr/>
        </p:nvSpPr>
        <p:spPr>
          <a:xfrm>
            <a:off x="1850400" y="2345040"/>
            <a:ext cx="147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</a:t>
            </a:r>
            <a:endParaRPr lang="en-US" sz="640" dirty="0"/>
          </a:p>
        </p:txBody>
      </p:sp>
      <p:sp>
        <p:nvSpPr>
          <p:cNvPr id="28" name="Shape 24"/>
          <p:cNvSpPr/>
          <p:nvPr/>
        </p:nvSpPr>
        <p:spPr>
          <a:xfrm>
            <a:off x="1850400" y="2489040"/>
            <a:ext cx="147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ysDot"/>
          </a:ln>
        </p:spPr>
      </p:sp>
      <p:sp>
        <p:nvSpPr>
          <p:cNvPr id="29" name="Text 25"/>
          <p:cNvSpPr/>
          <p:nvPr/>
        </p:nvSpPr>
        <p:spPr>
          <a:xfrm>
            <a:off x="2246400" y="2769840"/>
            <a:ext cx="1152000" cy="1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</a:t>
            </a:r>
            <a:endParaRPr lang="en-US" sz="600" dirty="0"/>
          </a:p>
        </p:txBody>
      </p:sp>
      <p:sp>
        <p:nvSpPr>
          <p:cNvPr id="30" name="Shape 26"/>
          <p:cNvSpPr/>
          <p:nvPr/>
        </p:nvSpPr>
        <p:spPr>
          <a:xfrm>
            <a:off x="2174400" y="2921040"/>
            <a:ext cx="1296000" cy="0"/>
          </a:xfrm>
          <a:prstGeom prst="line">
            <a:avLst/>
          </a:prstGeom>
          <a:noFill/>
          <a:ln w="7201">
            <a:solidFill>
              <a:srgbClr val="111111"/>
            </a:solidFill>
            <a:prstDash val="solid"/>
          </a:ln>
        </p:spPr>
      </p:sp>
      <p:pic>
        <p:nvPicPr>
          <p:cNvPr id="31" name="Image 2" descr="QR de validaçã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00" y="2593440"/>
            <a:ext cx="324000" cy="324000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590400" y="113544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33" name="Text 28"/>
          <p:cNvSpPr/>
          <p:nvPr/>
        </p:nvSpPr>
        <p:spPr>
          <a:xfrm>
            <a:off x="144000" y="10476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9999"/>
                </a:solidFill>
              </a:rPr>
              <a:t>Frente · folha 2/2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02400" y="1149840"/>
            <a:ext cx="3052800" cy="19144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602">
            <a:solidFill>
              <a:srgbClr val="0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02400" y="1149840"/>
            <a:ext cx="3052800" cy="252000"/>
          </a:xfrm>
          <a:prstGeom prst="roundRect">
            <a:avLst>
              <a:gd name="adj" fmla="val 155510"/>
            </a:avLst>
          </a:prstGeom>
          <a:solidFill>
            <a:srgbClr val="0B2A6B"/>
          </a:solidFill>
          <a:ln/>
        </p:spPr>
      </p:sp>
      <p:sp>
        <p:nvSpPr>
          <p:cNvPr id="4" name="Text 2"/>
          <p:cNvSpPr/>
          <p:nvPr/>
        </p:nvSpPr>
        <p:spPr>
          <a:xfrm>
            <a:off x="4032000" y="1200240"/>
            <a:ext cx="280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620" dirty="0"/>
          </a:p>
        </p:txBody>
      </p:sp>
      <p:sp>
        <p:nvSpPr>
          <p:cNvPr id="5" name="Text 3"/>
          <p:cNvSpPr/>
          <p:nvPr/>
        </p:nvSpPr>
        <p:spPr>
          <a:xfrm>
            <a:off x="4032000" y="145944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cartão é pessoal e intransmissível e deve ser apresentado sempre que solicitado.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 perda ou o extravio deve ser comunicado de imediato à Secretaria.</a:t>
            </a:r>
            <a:endParaRPr lang="en-US" sz="52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 segunda via implica o pagamento da respectiva taxa.</a:t>
            </a:r>
            <a:endParaRPr lang="en-US" sz="520" dirty="0"/>
          </a:p>
        </p:txBody>
      </p:sp>
      <p:sp>
        <p:nvSpPr>
          <p:cNvPr id="6" name="Text 4"/>
          <p:cNvSpPr/>
          <p:nvPr/>
        </p:nvSpPr>
        <p:spPr>
          <a:xfrm>
            <a:off x="4032000" y="217944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até: 2026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4032000" y="234144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Nº 2025-0012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032000" y="250344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Nº 009123905ME043</a:t>
            </a:r>
            <a:endParaRPr lang="en-US" sz="600" dirty="0"/>
          </a:p>
        </p:txBody>
      </p:sp>
      <p:pic>
        <p:nvPicPr>
          <p:cNvPr id="9" name="Image 0" descr="QR de valid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0000" y="1603440"/>
            <a:ext cx="720000" cy="720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76000" y="2359440"/>
            <a:ext cx="1008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</a:t>
            </a:r>
            <a:endParaRPr lang="en-US" sz="4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(leia o código QR)</a:t>
            </a:r>
            <a:endParaRPr lang="en-US" sz="460" dirty="0"/>
          </a:p>
        </p:txBody>
      </p:sp>
      <p:sp>
        <p:nvSpPr>
          <p:cNvPr id="11" name="Text 8"/>
          <p:cNvSpPr/>
          <p:nvPr/>
        </p:nvSpPr>
        <p:spPr>
          <a:xfrm>
            <a:off x="4032000" y="2741040"/>
            <a:ext cx="280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Malanje · 923 000 000</a:t>
            </a:r>
            <a:endParaRPr lang="en-US" sz="460" dirty="0"/>
          </a:p>
        </p:txBody>
      </p:sp>
      <p:sp>
        <p:nvSpPr>
          <p:cNvPr id="12" name="Shape 9"/>
          <p:cNvSpPr/>
          <p:nvPr/>
        </p:nvSpPr>
        <p:spPr>
          <a:xfrm>
            <a:off x="3888000" y="113544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144000" y="10476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9999"/>
                </a:solidFill>
              </a:rPr>
              <a:t>Verso (espelhado) · folha 2/2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Oficial · I Ciclo</dc:title>
  <dc:subject>PptxGenJS Presentation</dc:subject>
  <dc:creator>Sistema de Gestão Escolar</dc:creator>
  <cp:lastModifiedBy>Sistema de Gestão Escolar</cp:lastModifiedBy>
  <cp:revision>1</cp:revision>
  <dcterms:created xsi:type="dcterms:W3CDTF">2026-10-05T12:38:18Z</dcterms:created>
  <dcterms:modified xsi:type="dcterms:W3CDTF">2026-10-05T12:38:18Z</dcterms:modified>
</cp:coreProperties>
</file>