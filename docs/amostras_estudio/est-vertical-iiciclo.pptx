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5440" y="5904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1873440" y="6984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440" y="842400"/>
            <a:ext cx="324000" cy="34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40" y="8424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1639440" y="9720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1603440" y="11664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279440" y="2268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1243440" y="24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243440" y="2728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43440" y="30168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13" name="Shape 10"/>
          <p:cNvSpPr/>
          <p:nvPr/>
        </p:nvSpPr>
        <p:spPr>
          <a:xfrm>
            <a:off x="1135440" y="33480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440" y="344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294720" y="5904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Shape 15"/>
          <p:cNvSpPr/>
          <p:nvPr/>
        </p:nvSpPr>
        <p:spPr>
          <a:xfrm>
            <a:off x="4032720" y="6984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9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720" y="842400"/>
            <a:ext cx="324000" cy="342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8720" y="8424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21" name="Text 17"/>
          <p:cNvSpPr/>
          <p:nvPr/>
        </p:nvSpPr>
        <p:spPr>
          <a:xfrm>
            <a:off x="3798720" y="9720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22" name="Shape 18"/>
          <p:cNvSpPr/>
          <p:nvPr/>
        </p:nvSpPr>
        <p:spPr>
          <a:xfrm>
            <a:off x="3762720" y="11664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3438720" y="2268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24" name="Text 20"/>
          <p:cNvSpPr/>
          <p:nvPr/>
        </p:nvSpPr>
        <p:spPr>
          <a:xfrm>
            <a:off x="3402720" y="24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25" name="Text 21"/>
          <p:cNvSpPr/>
          <p:nvPr/>
        </p:nvSpPr>
        <p:spPr>
          <a:xfrm>
            <a:off x="3402720" y="2728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402720" y="30168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27" name="Shape 23"/>
          <p:cNvSpPr/>
          <p:nvPr/>
        </p:nvSpPr>
        <p:spPr>
          <a:xfrm>
            <a:off x="3294720" y="33480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4"/>
          <p:cNvSpPr/>
          <p:nvPr/>
        </p:nvSpPr>
        <p:spPr>
          <a:xfrm>
            <a:off x="3366720" y="344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29" name="Shape 25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5454000" y="5904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Shape 28"/>
          <p:cNvSpPr/>
          <p:nvPr/>
        </p:nvSpPr>
        <p:spPr>
          <a:xfrm>
            <a:off x="6192000" y="6984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33" name="Image 2" descr="brasa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000" y="842400"/>
            <a:ext cx="324000" cy="3420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958000" y="8424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35" name="Text 30"/>
          <p:cNvSpPr/>
          <p:nvPr/>
        </p:nvSpPr>
        <p:spPr>
          <a:xfrm>
            <a:off x="5958000" y="9720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36" name="Shape 31"/>
          <p:cNvSpPr/>
          <p:nvPr/>
        </p:nvSpPr>
        <p:spPr>
          <a:xfrm>
            <a:off x="5922000" y="11664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5598000" y="2268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38" name="Text 33"/>
          <p:cNvSpPr/>
          <p:nvPr/>
        </p:nvSpPr>
        <p:spPr>
          <a:xfrm>
            <a:off x="5562000" y="24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39" name="Text 34"/>
          <p:cNvSpPr/>
          <p:nvPr/>
        </p:nvSpPr>
        <p:spPr>
          <a:xfrm>
            <a:off x="5562000" y="2728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5562000" y="30168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41" name="Shape 36"/>
          <p:cNvSpPr/>
          <p:nvPr/>
        </p:nvSpPr>
        <p:spPr>
          <a:xfrm>
            <a:off x="5454000" y="33480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Text 37"/>
          <p:cNvSpPr/>
          <p:nvPr/>
        </p:nvSpPr>
        <p:spPr>
          <a:xfrm>
            <a:off x="5526000" y="344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43" name="Shape 38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4" name="Shape 39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0"/>
          <p:cNvSpPr/>
          <p:nvPr/>
        </p:nvSpPr>
        <p:spPr>
          <a:xfrm>
            <a:off x="7613280" y="5904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6" name="Shape 41"/>
          <p:cNvSpPr/>
          <p:nvPr/>
        </p:nvSpPr>
        <p:spPr>
          <a:xfrm>
            <a:off x="8351280" y="6984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47" name="Image 3" descr="brasa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280" y="842400"/>
            <a:ext cx="324000" cy="3420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8117280" y="8424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49" name="Text 43"/>
          <p:cNvSpPr/>
          <p:nvPr/>
        </p:nvSpPr>
        <p:spPr>
          <a:xfrm>
            <a:off x="8117280" y="9720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50" name="Shape 44"/>
          <p:cNvSpPr/>
          <p:nvPr/>
        </p:nvSpPr>
        <p:spPr>
          <a:xfrm>
            <a:off x="8081280" y="11664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7757280" y="2268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52" name="Text 46"/>
          <p:cNvSpPr/>
          <p:nvPr/>
        </p:nvSpPr>
        <p:spPr>
          <a:xfrm>
            <a:off x="7721280" y="24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53" name="Text 47"/>
          <p:cNvSpPr/>
          <p:nvPr/>
        </p:nvSpPr>
        <p:spPr>
          <a:xfrm>
            <a:off x="7721280" y="2728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54" name="Text 48"/>
          <p:cNvSpPr/>
          <p:nvPr/>
        </p:nvSpPr>
        <p:spPr>
          <a:xfrm>
            <a:off x="7721280" y="30168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55" name="Shape 49"/>
          <p:cNvSpPr/>
          <p:nvPr/>
        </p:nvSpPr>
        <p:spPr>
          <a:xfrm>
            <a:off x="7613280" y="33480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6" name="Text 50"/>
          <p:cNvSpPr/>
          <p:nvPr/>
        </p:nvSpPr>
        <p:spPr>
          <a:xfrm>
            <a:off x="7685280" y="344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57" name="Shape 51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8" name="Shape 52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3"/>
          <p:cNvSpPr/>
          <p:nvPr/>
        </p:nvSpPr>
        <p:spPr>
          <a:xfrm>
            <a:off x="1135440" y="38880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0" name="Shape 54"/>
          <p:cNvSpPr/>
          <p:nvPr/>
        </p:nvSpPr>
        <p:spPr>
          <a:xfrm>
            <a:off x="1873440" y="3996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61" name="Image 4" descr="bras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440" y="4140000"/>
            <a:ext cx="324000" cy="34200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1639440" y="41400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63" name="Text 56"/>
          <p:cNvSpPr/>
          <p:nvPr/>
        </p:nvSpPr>
        <p:spPr>
          <a:xfrm>
            <a:off x="1639440" y="42696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64" name="Shape 57"/>
          <p:cNvSpPr/>
          <p:nvPr/>
        </p:nvSpPr>
        <p:spPr>
          <a:xfrm>
            <a:off x="1603440" y="44640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58"/>
          <p:cNvSpPr/>
          <p:nvPr/>
        </p:nvSpPr>
        <p:spPr>
          <a:xfrm>
            <a:off x="1279440" y="55656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66" name="Text 59"/>
          <p:cNvSpPr/>
          <p:nvPr/>
        </p:nvSpPr>
        <p:spPr>
          <a:xfrm>
            <a:off x="1243440" y="57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67" name="Text 60"/>
          <p:cNvSpPr/>
          <p:nvPr/>
        </p:nvSpPr>
        <p:spPr>
          <a:xfrm>
            <a:off x="1243440" y="6026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68" name="Text 61"/>
          <p:cNvSpPr/>
          <p:nvPr/>
        </p:nvSpPr>
        <p:spPr>
          <a:xfrm>
            <a:off x="1243440" y="63144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69" name="Shape 62"/>
          <p:cNvSpPr/>
          <p:nvPr/>
        </p:nvSpPr>
        <p:spPr>
          <a:xfrm>
            <a:off x="1135440" y="66456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0" name="Text 63"/>
          <p:cNvSpPr/>
          <p:nvPr/>
        </p:nvSpPr>
        <p:spPr>
          <a:xfrm>
            <a:off x="1207440" y="67392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71" name="Shape 64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72" name="Shape 65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66"/>
          <p:cNvSpPr/>
          <p:nvPr/>
        </p:nvSpPr>
        <p:spPr>
          <a:xfrm>
            <a:off x="3294720" y="38880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4" name="Shape 67"/>
          <p:cNvSpPr/>
          <p:nvPr/>
        </p:nvSpPr>
        <p:spPr>
          <a:xfrm>
            <a:off x="4032720" y="3996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75" name="Image 5" descr="brasa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720" y="4140000"/>
            <a:ext cx="324000" cy="342000"/>
          </a:xfrm>
          <a:prstGeom prst="rect">
            <a:avLst/>
          </a:prstGeom>
        </p:spPr>
      </p:pic>
      <p:sp>
        <p:nvSpPr>
          <p:cNvPr id="76" name="Text 68"/>
          <p:cNvSpPr/>
          <p:nvPr/>
        </p:nvSpPr>
        <p:spPr>
          <a:xfrm>
            <a:off x="3798720" y="41400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77" name="Text 69"/>
          <p:cNvSpPr/>
          <p:nvPr/>
        </p:nvSpPr>
        <p:spPr>
          <a:xfrm>
            <a:off x="3798720" y="42696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78" name="Shape 70"/>
          <p:cNvSpPr/>
          <p:nvPr/>
        </p:nvSpPr>
        <p:spPr>
          <a:xfrm>
            <a:off x="3762720" y="44640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9" name="Text 71"/>
          <p:cNvSpPr/>
          <p:nvPr/>
        </p:nvSpPr>
        <p:spPr>
          <a:xfrm>
            <a:off x="3438720" y="55656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80" name="Text 72"/>
          <p:cNvSpPr/>
          <p:nvPr/>
        </p:nvSpPr>
        <p:spPr>
          <a:xfrm>
            <a:off x="3402720" y="57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81" name="Text 73"/>
          <p:cNvSpPr/>
          <p:nvPr/>
        </p:nvSpPr>
        <p:spPr>
          <a:xfrm>
            <a:off x="3402720" y="6026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82" name="Text 74"/>
          <p:cNvSpPr/>
          <p:nvPr/>
        </p:nvSpPr>
        <p:spPr>
          <a:xfrm>
            <a:off x="3402720" y="63144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83" name="Shape 75"/>
          <p:cNvSpPr/>
          <p:nvPr/>
        </p:nvSpPr>
        <p:spPr>
          <a:xfrm>
            <a:off x="3294720" y="66456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4" name="Text 76"/>
          <p:cNvSpPr/>
          <p:nvPr/>
        </p:nvSpPr>
        <p:spPr>
          <a:xfrm>
            <a:off x="3366720" y="67392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85" name="Shape 77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86" name="Shape 78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79"/>
          <p:cNvSpPr/>
          <p:nvPr/>
        </p:nvSpPr>
        <p:spPr>
          <a:xfrm>
            <a:off x="5454000" y="38880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8" name="Shape 80"/>
          <p:cNvSpPr/>
          <p:nvPr/>
        </p:nvSpPr>
        <p:spPr>
          <a:xfrm>
            <a:off x="6192000" y="3996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89" name="Image 6" descr="brasa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000" y="4140000"/>
            <a:ext cx="324000" cy="342000"/>
          </a:xfrm>
          <a:prstGeom prst="rect">
            <a:avLst/>
          </a:prstGeom>
        </p:spPr>
      </p:pic>
      <p:sp>
        <p:nvSpPr>
          <p:cNvPr id="90" name="Text 81"/>
          <p:cNvSpPr/>
          <p:nvPr/>
        </p:nvSpPr>
        <p:spPr>
          <a:xfrm>
            <a:off x="5958000" y="41400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91" name="Text 82"/>
          <p:cNvSpPr/>
          <p:nvPr/>
        </p:nvSpPr>
        <p:spPr>
          <a:xfrm>
            <a:off x="5958000" y="42696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92" name="Shape 83"/>
          <p:cNvSpPr/>
          <p:nvPr/>
        </p:nvSpPr>
        <p:spPr>
          <a:xfrm>
            <a:off x="5922000" y="44640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3" name="Text 84"/>
          <p:cNvSpPr/>
          <p:nvPr/>
        </p:nvSpPr>
        <p:spPr>
          <a:xfrm>
            <a:off x="5598000" y="55656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94" name="Text 85"/>
          <p:cNvSpPr/>
          <p:nvPr/>
        </p:nvSpPr>
        <p:spPr>
          <a:xfrm>
            <a:off x="5562000" y="57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95" name="Text 86"/>
          <p:cNvSpPr/>
          <p:nvPr/>
        </p:nvSpPr>
        <p:spPr>
          <a:xfrm>
            <a:off x="5562000" y="6026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96" name="Text 87"/>
          <p:cNvSpPr/>
          <p:nvPr/>
        </p:nvSpPr>
        <p:spPr>
          <a:xfrm>
            <a:off x="5562000" y="63144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97" name="Shape 88"/>
          <p:cNvSpPr/>
          <p:nvPr/>
        </p:nvSpPr>
        <p:spPr>
          <a:xfrm>
            <a:off x="5454000" y="66456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8" name="Text 89"/>
          <p:cNvSpPr/>
          <p:nvPr/>
        </p:nvSpPr>
        <p:spPr>
          <a:xfrm>
            <a:off x="5526000" y="67392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99" name="Shape 90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0" name="Shape 91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2"/>
          <p:cNvSpPr/>
          <p:nvPr/>
        </p:nvSpPr>
        <p:spPr>
          <a:xfrm>
            <a:off x="7613280" y="38880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2" name="Shape 93"/>
          <p:cNvSpPr/>
          <p:nvPr/>
        </p:nvSpPr>
        <p:spPr>
          <a:xfrm>
            <a:off x="8351280" y="3996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103" name="Image 7" descr="brasa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280" y="4140000"/>
            <a:ext cx="324000" cy="342000"/>
          </a:xfrm>
          <a:prstGeom prst="rect">
            <a:avLst/>
          </a:prstGeom>
        </p:spPr>
      </p:pic>
      <p:sp>
        <p:nvSpPr>
          <p:cNvPr id="104" name="Text 94"/>
          <p:cNvSpPr/>
          <p:nvPr/>
        </p:nvSpPr>
        <p:spPr>
          <a:xfrm>
            <a:off x="8117280" y="41400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105" name="Text 95"/>
          <p:cNvSpPr/>
          <p:nvPr/>
        </p:nvSpPr>
        <p:spPr>
          <a:xfrm>
            <a:off x="8117280" y="42696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06" name="Shape 96"/>
          <p:cNvSpPr/>
          <p:nvPr/>
        </p:nvSpPr>
        <p:spPr>
          <a:xfrm>
            <a:off x="8081280" y="44640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7" name="Text 97"/>
          <p:cNvSpPr/>
          <p:nvPr/>
        </p:nvSpPr>
        <p:spPr>
          <a:xfrm>
            <a:off x="7757280" y="55656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108" name="Text 98"/>
          <p:cNvSpPr/>
          <p:nvPr/>
        </p:nvSpPr>
        <p:spPr>
          <a:xfrm>
            <a:off x="7721280" y="57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109" name="Text 99"/>
          <p:cNvSpPr/>
          <p:nvPr/>
        </p:nvSpPr>
        <p:spPr>
          <a:xfrm>
            <a:off x="7721280" y="6026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110" name="Text 100"/>
          <p:cNvSpPr/>
          <p:nvPr/>
        </p:nvSpPr>
        <p:spPr>
          <a:xfrm>
            <a:off x="7721280" y="63144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111" name="Shape 101"/>
          <p:cNvSpPr/>
          <p:nvPr/>
        </p:nvSpPr>
        <p:spPr>
          <a:xfrm>
            <a:off x="7613280" y="66456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2" name="Text 102"/>
          <p:cNvSpPr/>
          <p:nvPr/>
        </p:nvSpPr>
        <p:spPr>
          <a:xfrm>
            <a:off x="7685280" y="67392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113" name="Shape 103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14" name="Text 104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3280" y="5904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685280" y="684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7757280" y="10224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6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280" y="2174400"/>
            <a:ext cx="936000" cy="93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57280" y="3146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8" name="Text 5"/>
          <p:cNvSpPr/>
          <p:nvPr/>
        </p:nvSpPr>
        <p:spPr>
          <a:xfrm>
            <a:off x="7721280" y="33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9" name="Shape 6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54000" y="5904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9"/>
          <p:cNvSpPr/>
          <p:nvPr/>
        </p:nvSpPr>
        <p:spPr>
          <a:xfrm>
            <a:off x="5526000" y="684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13" name="Text 10"/>
          <p:cNvSpPr/>
          <p:nvPr/>
        </p:nvSpPr>
        <p:spPr>
          <a:xfrm>
            <a:off x="5598000" y="10224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14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000" y="2174400"/>
            <a:ext cx="936000" cy="936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8000" y="3146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16" name="Text 12"/>
          <p:cNvSpPr/>
          <p:nvPr/>
        </p:nvSpPr>
        <p:spPr>
          <a:xfrm>
            <a:off x="5562000" y="33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17" name="Shape 13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3294720" y="5904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6"/>
          <p:cNvSpPr/>
          <p:nvPr/>
        </p:nvSpPr>
        <p:spPr>
          <a:xfrm>
            <a:off x="3366720" y="684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21" name="Text 17"/>
          <p:cNvSpPr/>
          <p:nvPr/>
        </p:nvSpPr>
        <p:spPr>
          <a:xfrm>
            <a:off x="3438720" y="10224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22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720" y="2174400"/>
            <a:ext cx="936000" cy="936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38720" y="3146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24" name="Text 19"/>
          <p:cNvSpPr/>
          <p:nvPr/>
        </p:nvSpPr>
        <p:spPr>
          <a:xfrm>
            <a:off x="3402720" y="33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25" name="Shape 20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1135440" y="5904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3"/>
          <p:cNvSpPr/>
          <p:nvPr/>
        </p:nvSpPr>
        <p:spPr>
          <a:xfrm>
            <a:off x="1207440" y="684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29" name="Text 24"/>
          <p:cNvSpPr/>
          <p:nvPr/>
        </p:nvSpPr>
        <p:spPr>
          <a:xfrm>
            <a:off x="1279440" y="10224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30" name="Image 3" descr="QR de valid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440" y="2174400"/>
            <a:ext cx="936000" cy="9360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79440" y="3146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32" name="Text 26"/>
          <p:cNvSpPr/>
          <p:nvPr/>
        </p:nvSpPr>
        <p:spPr>
          <a:xfrm>
            <a:off x="1243440" y="33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33" name="Shape 27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7613280" y="38880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0"/>
          <p:cNvSpPr/>
          <p:nvPr/>
        </p:nvSpPr>
        <p:spPr>
          <a:xfrm>
            <a:off x="7685280" y="398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37" name="Text 31"/>
          <p:cNvSpPr/>
          <p:nvPr/>
        </p:nvSpPr>
        <p:spPr>
          <a:xfrm>
            <a:off x="7757280" y="43200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38" name="Image 4" descr="QR de valid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280" y="5472000"/>
            <a:ext cx="936000" cy="9360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757280" y="6444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40" name="Text 33"/>
          <p:cNvSpPr/>
          <p:nvPr/>
        </p:nvSpPr>
        <p:spPr>
          <a:xfrm>
            <a:off x="7721280" y="66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41" name="Shape 34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2" name="Shape 35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6"/>
          <p:cNvSpPr/>
          <p:nvPr/>
        </p:nvSpPr>
        <p:spPr>
          <a:xfrm>
            <a:off x="5454000" y="38880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4" name="Text 37"/>
          <p:cNvSpPr/>
          <p:nvPr/>
        </p:nvSpPr>
        <p:spPr>
          <a:xfrm>
            <a:off x="5526000" y="398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45" name="Text 38"/>
          <p:cNvSpPr/>
          <p:nvPr/>
        </p:nvSpPr>
        <p:spPr>
          <a:xfrm>
            <a:off x="5598000" y="43200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46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000" y="5472000"/>
            <a:ext cx="936000" cy="9360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598000" y="6444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48" name="Text 40"/>
          <p:cNvSpPr/>
          <p:nvPr/>
        </p:nvSpPr>
        <p:spPr>
          <a:xfrm>
            <a:off x="5562000" y="66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49" name="Shape 41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0" name="Shape 42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3"/>
          <p:cNvSpPr/>
          <p:nvPr/>
        </p:nvSpPr>
        <p:spPr>
          <a:xfrm>
            <a:off x="3294720" y="38880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2" name="Text 44"/>
          <p:cNvSpPr/>
          <p:nvPr/>
        </p:nvSpPr>
        <p:spPr>
          <a:xfrm>
            <a:off x="3366720" y="398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53" name="Text 45"/>
          <p:cNvSpPr/>
          <p:nvPr/>
        </p:nvSpPr>
        <p:spPr>
          <a:xfrm>
            <a:off x="3438720" y="43200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54" name="Image 6" descr="QR de validaçã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8720" y="5472000"/>
            <a:ext cx="936000" cy="93600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3438720" y="6444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56" name="Text 47"/>
          <p:cNvSpPr/>
          <p:nvPr/>
        </p:nvSpPr>
        <p:spPr>
          <a:xfrm>
            <a:off x="3402720" y="66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57" name="Shape 48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8" name="Shape 49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0"/>
          <p:cNvSpPr/>
          <p:nvPr/>
        </p:nvSpPr>
        <p:spPr>
          <a:xfrm>
            <a:off x="1135440" y="38880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0" name="Text 51"/>
          <p:cNvSpPr/>
          <p:nvPr/>
        </p:nvSpPr>
        <p:spPr>
          <a:xfrm>
            <a:off x="1207440" y="398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61" name="Text 52"/>
          <p:cNvSpPr/>
          <p:nvPr/>
        </p:nvSpPr>
        <p:spPr>
          <a:xfrm>
            <a:off x="1279440" y="43200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62" name="Image 7" descr="QR de validaç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9440" y="5472000"/>
            <a:ext cx="936000" cy="936000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1279440" y="6444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64" name="Text 54"/>
          <p:cNvSpPr/>
          <p:nvPr/>
        </p:nvSpPr>
        <p:spPr>
          <a:xfrm>
            <a:off x="1243440" y="66312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65" name="Shape 55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6" name="Text 56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5440" y="590400"/>
            <a:ext cx="1943280" cy="1080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1873440" y="6984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440" y="842400"/>
            <a:ext cx="324000" cy="34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40" y="842400"/>
            <a:ext cx="1368000" cy="1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1639440" y="972000"/>
            <a:ext cx="1368000" cy="2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1603440" y="1166400"/>
            <a:ext cx="1008000" cy="1008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279440" y="2268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spc="1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 ESTUDANTE</a:t>
            </a:r>
            <a:endParaRPr lang="en-US" sz="540" dirty="0"/>
          </a:p>
        </p:txBody>
      </p:sp>
      <p:sp>
        <p:nvSpPr>
          <p:cNvPr id="10" name="Text 7"/>
          <p:cNvSpPr/>
          <p:nvPr/>
        </p:nvSpPr>
        <p:spPr>
          <a:xfrm>
            <a:off x="1243440" y="24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 BARTOLOMEU MATAMBA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243440" y="2728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9.ª Classe · Turma B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1243440" y="3016800"/>
            <a:ext cx="1728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Nº 2025-0012 · 2025/2026</a:t>
            </a:r>
            <a:endParaRPr lang="en-US" sz="540" dirty="0"/>
          </a:p>
        </p:txBody>
      </p:sp>
      <p:sp>
        <p:nvSpPr>
          <p:cNvPr id="13" name="Shape 10"/>
          <p:cNvSpPr/>
          <p:nvPr/>
        </p:nvSpPr>
        <p:spPr>
          <a:xfrm>
            <a:off x="1135440" y="3348000"/>
            <a:ext cx="1943280" cy="324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440" y="34416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Director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2/2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3280" y="590400"/>
            <a:ext cx="1943280" cy="324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685280" y="6840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DE UTILIZAÇÃO</a:t>
            </a:r>
            <a:endParaRPr lang="en-US" sz="540" dirty="0"/>
          </a:p>
        </p:txBody>
      </p:sp>
      <p:sp>
        <p:nvSpPr>
          <p:cNvPr id="5" name="Text 3"/>
          <p:cNvSpPr/>
          <p:nvPr/>
        </p:nvSpPr>
        <p:spPr>
          <a:xfrm>
            <a:off x="7757280" y="1022400"/>
            <a:ext cx="1656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Cartão pessoal e intransmissível.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Apresentar sempre que solicitado.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 caso de perda, comunique à Secretaria.</a:t>
            </a:r>
            <a:endParaRPr lang="en-US" sz="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Segunda via sujeita a taxa.</a:t>
            </a:r>
            <a:endParaRPr lang="en-US" sz="500" dirty="0"/>
          </a:p>
        </p:txBody>
      </p:sp>
      <p:pic>
        <p:nvPicPr>
          <p:cNvPr id="6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7280" y="2174400"/>
            <a:ext cx="936000" cy="93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57280" y="3146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pública (QR)</a:t>
            </a:r>
            <a:endParaRPr lang="en-US" sz="460" dirty="0"/>
          </a:p>
        </p:txBody>
      </p:sp>
      <p:sp>
        <p:nvSpPr>
          <p:cNvPr id="8" name="Text 5"/>
          <p:cNvSpPr/>
          <p:nvPr/>
        </p:nvSpPr>
        <p:spPr>
          <a:xfrm>
            <a:off x="7721280" y="3333600"/>
            <a:ext cx="172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 · 923 000 000</a:t>
            </a:r>
            <a:endParaRPr lang="en-US" sz="500" dirty="0"/>
          </a:p>
        </p:txBody>
      </p:sp>
      <p:sp>
        <p:nvSpPr>
          <p:cNvPr id="9" name="Shape 6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2/2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Vertical Lanyard · Ensino Médio (II Ciclo)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