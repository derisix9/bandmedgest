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0692000" cy="75600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5440" y="5904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4" name="Shape 2"/>
          <p:cNvSpPr/>
          <p:nvPr/>
        </p:nvSpPr>
        <p:spPr>
          <a:xfrm>
            <a:off x="1873440" y="684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5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440" y="860400"/>
            <a:ext cx="309600" cy="3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40" y="8496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7" name="Text 4"/>
          <p:cNvSpPr/>
          <p:nvPr/>
        </p:nvSpPr>
        <p:spPr>
          <a:xfrm>
            <a:off x="1639440" y="9648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" name="Shape 5"/>
          <p:cNvSpPr/>
          <p:nvPr/>
        </p:nvSpPr>
        <p:spPr>
          <a:xfrm>
            <a:off x="1639440" y="12744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43440" y="25344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1243440" y="28296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243440" y="2980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12" name="Text 9"/>
          <p:cNvSpPr/>
          <p:nvPr/>
        </p:nvSpPr>
        <p:spPr>
          <a:xfrm>
            <a:off x="131544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1315440" y="32760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25144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15" name="Text 12"/>
          <p:cNvSpPr/>
          <p:nvPr/>
        </p:nvSpPr>
        <p:spPr>
          <a:xfrm>
            <a:off x="2251440" y="3276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1135440" y="35496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3294720" y="5904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20" name="Shape 17"/>
          <p:cNvSpPr/>
          <p:nvPr/>
        </p:nvSpPr>
        <p:spPr>
          <a:xfrm>
            <a:off x="4032720" y="684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21" name="Image 1" descr="brasa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720" y="860400"/>
            <a:ext cx="309600" cy="3240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798720" y="8496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23" name="Text 19"/>
          <p:cNvSpPr/>
          <p:nvPr/>
        </p:nvSpPr>
        <p:spPr>
          <a:xfrm>
            <a:off x="3798720" y="9648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24" name="Shape 20"/>
          <p:cNvSpPr/>
          <p:nvPr/>
        </p:nvSpPr>
        <p:spPr>
          <a:xfrm>
            <a:off x="3798720" y="12744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402720" y="25344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26" name="Text 22"/>
          <p:cNvSpPr/>
          <p:nvPr/>
        </p:nvSpPr>
        <p:spPr>
          <a:xfrm>
            <a:off x="3402720" y="28296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3402720" y="2980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28" name="Text 24"/>
          <p:cNvSpPr/>
          <p:nvPr/>
        </p:nvSpPr>
        <p:spPr>
          <a:xfrm>
            <a:off x="347472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29" name="Text 25"/>
          <p:cNvSpPr/>
          <p:nvPr/>
        </p:nvSpPr>
        <p:spPr>
          <a:xfrm>
            <a:off x="3474720" y="32760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441072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31" name="Text 27"/>
          <p:cNvSpPr/>
          <p:nvPr/>
        </p:nvSpPr>
        <p:spPr>
          <a:xfrm>
            <a:off x="4410720" y="3276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32" name="Shape 28"/>
          <p:cNvSpPr/>
          <p:nvPr/>
        </p:nvSpPr>
        <p:spPr>
          <a:xfrm>
            <a:off x="3294720" y="35496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29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4" name="Shape 30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5454000" y="5904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36" name="Shape 32"/>
          <p:cNvSpPr/>
          <p:nvPr/>
        </p:nvSpPr>
        <p:spPr>
          <a:xfrm>
            <a:off x="6192000" y="684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37" name="Image 2" descr="brasa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000" y="860400"/>
            <a:ext cx="309600" cy="324000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958000" y="8496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39" name="Text 34"/>
          <p:cNvSpPr/>
          <p:nvPr/>
        </p:nvSpPr>
        <p:spPr>
          <a:xfrm>
            <a:off x="5958000" y="9648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40" name="Shape 35"/>
          <p:cNvSpPr/>
          <p:nvPr/>
        </p:nvSpPr>
        <p:spPr>
          <a:xfrm>
            <a:off x="5958000" y="12744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562000" y="25344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42" name="Text 37"/>
          <p:cNvSpPr/>
          <p:nvPr/>
        </p:nvSpPr>
        <p:spPr>
          <a:xfrm>
            <a:off x="5562000" y="28296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5562000" y="2980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44" name="Text 39"/>
          <p:cNvSpPr/>
          <p:nvPr/>
        </p:nvSpPr>
        <p:spPr>
          <a:xfrm>
            <a:off x="563400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45" name="Text 40"/>
          <p:cNvSpPr/>
          <p:nvPr/>
        </p:nvSpPr>
        <p:spPr>
          <a:xfrm>
            <a:off x="5634000" y="32760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46" name="Text 41"/>
          <p:cNvSpPr/>
          <p:nvPr/>
        </p:nvSpPr>
        <p:spPr>
          <a:xfrm>
            <a:off x="657000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47" name="Text 42"/>
          <p:cNvSpPr/>
          <p:nvPr/>
        </p:nvSpPr>
        <p:spPr>
          <a:xfrm>
            <a:off x="6570000" y="3276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48" name="Shape 43"/>
          <p:cNvSpPr/>
          <p:nvPr/>
        </p:nvSpPr>
        <p:spPr>
          <a:xfrm>
            <a:off x="5454000" y="35496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9" name="Shape 44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50" name="Shape 45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6"/>
          <p:cNvSpPr/>
          <p:nvPr/>
        </p:nvSpPr>
        <p:spPr>
          <a:xfrm>
            <a:off x="7613280" y="5904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52" name="Shape 47"/>
          <p:cNvSpPr/>
          <p:nvPr/>
        </p:nvSpPr>
        <p:spPr>
          <a:xfrm>
            <a:off x="8351280" y="684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53" name="Image 3" descr="brasa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7280" y="860400"/>
            <a:ext cx="309600" cy="32400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8117280" y="8496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55" name="Text 49"/>
          <p:cNvSpPr/>
          <p:nvPr/>
        </p:nvSpPr>
        <p:spPr>
          <a:xfrm>
            <a:off x="8117280" y="9648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56" name="Shape 50"/>
          <p:cNvSpPr/>
          <p:nvPr/>
        </p:nvSpPr>
        <p:spPr>
          <a:xfrm>
            <a:off x="8117280" y="12744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7721280" y="25344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58" name="Text 52"/>
          <p:cNvSpPr/>
          <p:nvPr/>
        </p:nvSpPr>
        <p:spPr>
          <a:xfrm>
            <a:off x="7721280" y="28296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59" name="Text 53"/>
          <p:cNvSpPr/>
          <p:nvPr/>
        </p:nvSpPr>
        <p:spPr>
          <a:xfrm>
            <a:off x="7721280" y="2980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60" name="Text 54"/>
          <p:cNvSpPr/>
          <p:nvPr/>
        </p:nvSpPr>
        <p:spPr>
          <a:xfrm>
            <a:off x="779328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61" name="Text 55"/>
          <p:cNvSpPr/>
          <p:nvPr/>
        </p:nvSpPr>
        <p:spPr>
          <a:xfrm>
            <a:off x="7793280" y="32760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62" name="Text 56"/>
          <p:cNvSpPr/>
          <p:nvPr/>
        </p:nvSpPr>
        <p:spPr>
          <a:xfrm>
            <a:off x="872928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63" name="Text 57"/>
          <p:cNvSpPr/>
          <p:nvPr/>
        </p:nvSpPr>
        <p:spPr>
          <a:xfrm>
            <a:off x="8729280" y="3276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64" name="Shape 58"/>
          <p:cNvSpPr/>
          <p:nvPr/>
        </p:nvSpPr>
        <p:spPr>
          <a:xfrm>
            <a:off x="7613280" y="35496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5" name="Shape 59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6" name="Shape 60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Shape 61"/>
          <p:cNvSpPr/>
          <p:nvPr/>
        </p:nvSpPr>
        <p:spPr>
          <a:xfrm>
            <a:off x="1135440" y="38880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68" name="Shape 62"/>
          <p:cNvSpPr/>
          <p:nvPr/>
        </p:nvSpPr>
        <p:spPr>
          <a:xfrm>
            <a:off x="1873440" y="39816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69" name="Image 4" descr="brasa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9440" y="4158000"/>
            <a:ext cx="309600" cy="324000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1639440" y="41472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71" name="Text 64"/>
          <p:cNvSpPr/>
          <p:nvPr/>
        </p:nvSpPr>
        <p:spPr>
          <a:xfrm>
            <a:off x="1639440" y="42624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72" name="Shape 65"/>
          <p:cNvSpPr/>
          <p:nvPr/>
        </p:nvSpPr>
        <p:spPr>
          <a:xfrm>
            <a:off x="1639440" y="45720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73" name="Text 66"/>
          <p:cNvSpPr/>
          <p:nvPr/>
        </p:nvSpPr>
        <p:spPr>
          <a:xfrm>
            <a:off x="1243440" y="58320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74" name="Text 67"/>
          <p:cNvSpPr/>
          <p:nvPr/>
        </p:nvSpPr>
        <p:spPr>
          <a:xfrm>
            <a:off x="1243440" y="61272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75" name="Text 68"/>
          <p:cNvSpPr/>
          <p:nvPr/>
        </p:nvSpPr>
        <p:spPr>
          <a:xfrm>
            <a:off x="1243440" y="6278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76" name="Text 69"/>
          <p:cNvSpPr/>
          <p:nvPr/>
        </p:nvSpPr>
        <p:spPr>
          <a:xfrm>
            <a:off x="131544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77" name="Text 70"/>
          <p:cNvSpPr/>
          <p:nvPr/>
        </p:nvSpPr>
        <p:spPr>
          <a:xfrm>
            <a:off x="1315440" y="65736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78" name="Text 71"/>
          <p:cNvSpPr/>
          <p:nvPr/>
        </p:nvSpPr>
        <p:spPr>
          <a:xfrm>
            <a:off x="225144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79" name="Text 72"/>
          <p:cNvSpPr/>
          <p:nvPr/>
        </p:nvSpPr>
        <p:spPr>
          <a:xfrm>
            <a:off x="2251440" y="65736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80" name="Shape 73"/>
          <p:cNvSpPr/>
          <p:nvPr/>
        </p:nvSpPr>
        <p:spPr>
          <a:xfrm>
            <a:off x="1135440" y="68472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1" name="Shape 74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82" name="Shape 75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Shape 76"/>
          <p:cNvSpPr/>
          <p:nvPr/>
        </p:nvSpPr>
        <p:spPr>
          <a:xfrm>
            <a:off x="3294720" y="38880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84" name="Shape 77"/>
          <p:cNvSpPr/>
          <p:nvPr/>
        </p:nvSpPr>
        <p:spPr>
          <a:xfrm>
            <a:off x="4032720" y="39816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85" name="Image 5" descr="brasa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720" y="4158000"/>
            <a:ext cx="309600" cy="324000"/>
          </a:xfrm>
          <a:prstGeom prst="rect">
            <a:avLst/>
          </a:prstGeom>
        </p:spPr>
      </p:pic>
      <p:sp>
        <p:nvSpPr>
          <p:cNvPr id="86" name="Text 78"/>
          <p:cNvSpPr/>
          <p:nvPr/>
        </p:nvSpPr>
        <p:spPr>
          <a:xfrm>
            <a:off x="3798720" y="41472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87" name="Text 79"/>
          <p:cNvSpPr/>
          <p:nvPr/>
        </p:nvSpPr>
        <p:spPr>
          <a:xfrm>
            <a:off x="3798720" y="42624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8" name="Shape 80"/>
          <p:cNvSpPr/>
          <p:nvPr/>
        </p:nvSpPr>
        <p:spPr>
          <a:xfrm>
            <a:off x="3798720" y="45720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89" name="Text 81"/>
          <p:cNvSpPr/>
          <p:nvPr/>
        </p:nvSpPr>
        <p:spPr>
          <a:xfrm>
            <a:off x="3402720" y="58320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90" name="Text 82"/>
          <p:cNvSpPr/>
          <p:nvPr/>
        </p:nvSpPr>
        <p:spPr>
          <a:xfrm>
            <a:off x="3402720" y="61272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91" name="Text 83"/>
          <p:cNvSpPr/>
          <p:nvPr/>
        </p:nvSpPr>
        <p:spPr>
          <a:xfrm>
            <a:off x="3402720" y="6278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92" name="Text 84"/>
          <p:cNvSpPr/>
          <p:nvPr/>
        </p:nvSpPr>
        <p:spPr>
          <a:xfrm>
            <a:off x="347472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93" name="Text 85"/>
          <p:cNvSpPr/>
          <p:nvPr/>
        </p:nvSpPr>
        <p:spPr>
          <a:xfrm>
            <a:off x="3474720" y="65736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94" name="Text 86"/>
          <p:cNvSpPr/>
          <p:nvPr/>
        </p:nvSpPr>
        <p:spPr>
          <a:xfrm>
            <a:off x="441072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95" name="Text 87"/>
          <p:cNvSpPr/>
          <p:nvPr/>
        </p:nvSpPr>
        <p:spPr>
          <a:xfrm>
            <a:off x="4410720" y="65736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96" name="Shape 88"/>
          <p:cNvSpPr/>
          <p:nvPr/>
        </p:nvSpPr>
        <p:spPr>
          <a:xfrm>
            <a:off x="3294720" y="68472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7" name="Shape 89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98" name="Shape 90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9" name="Shape 91"/>
          <p:cNvSpPr/>
          <p:nvPr/>
        </p:nvSpPr>
        <p:spPr>
          <a:xfrm>
            <a:off x="5454000" y="38880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100" name="Shape 92"/>
          <p:cNvSpPr/>
          <p:nvPr/>
        </p:nvSpPr>
        <p:spPr>
          <a:xfrm>
            <a:off x="6192000" y="39816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101" name="Image 6" descr="brasa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8000" y="4158000"/>
            <a:ext cx="309600" cy="324000"/>
          </a:xfrm>
          <a:prstGeom prst="rect">
            <a:avLst/>
          </a:prstGeom>
        </p:spPr>
      </p:pic>
      <p:sp>
        <p:nvSpPr>
          <p:cNvPr id="102" name="Text 93"/>
          <p:cNvSpPr/>
          <p:nvPr/>
        </p:nvSpPr>
        <p:spPr>
          <a:xfrm>
            <a:off x="5958000" y="41472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103" name="Text 94"/>
          <p:cNvSpPr/>
          <p:nvPr/>
        </p:nvSpPr>
        <p:spPr>
          <a:xfrm>
            <a:off x="5958000" y="42624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04" name="Shape 95"/>
          <p:cNvSpPr/>
          <p:nvPr/>
        </p:nvSpPr>
        <p:spPr>
          <a:xfrm>
            <a:off x="5958000" y="45720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105" name="Text 96"/>
          <p:cNvSpPr/>
          <p:nvPr/>
        </p:nvSpPr>
        <p:spPr>
          <a:xfrm>
            <a:off x="5562000" y="58320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106" name="Text 97"/>
          <p:cNvSpPr/>
          <p:nvPr/>
        </p:nvSpPr>
        <p:spPr>
          <a:xfrm>
            <a:off x="5562000" y="61272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107" name="Text 98"/>
          <p:cNvSpPr/>
          <p:nvPr/>
        </p:nvSpPr>
        <p:spPr>
          <a:xfrm>
            <a:off x="5562000" y="6278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108" name="Text 99"/>
          <p:cNvSpPr/>
          <p:nvPr/>
        </p:nvSpPr>
        <p:spPr>
          <a:xfrm>
            <a:off x="563400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109" name="Text 100"/>
          <p:cNvSpPr/>
          <p:nvPr/>
        </p:nvSpPr>
        <p:spPr>
          <a:xfrm>
            <a:off x="5634000" y="65736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110" name="Text 101"/>
          <p:cNvSpPr/>
          <p:nvPr/>
        </p:nvSpPr>
        <p:spPr>
          <a:xfrm>
            <a:off x="657000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111" name="Text 102"/>
          <p:cNvSpPr/>
          <p:nvPr/>
        </p:nvSpPr>
        <p:spPr>
          <a:xfrm>
            <a:off x="6570000" y="65736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112" name="Shape 103"/>
          <p:cNvSpPr/>
          <p:nvPr/>
        </p:nvSpPr>
        <p:spPr>
          <a:xfrm>
            <a:off x="5454000" y="68472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3" name="Shape 104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14" name="Shape 105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5" name="Shape 106"/>
          <p:cNvSpPr/>
          <p:nvPr/>
        </p:nvSpPr>
        <p:spPr>
          <a:xfrm>
            <a:off x="7613280" y="38880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116" name="Shape 107"/>
          <p:cNvSpPr/>
          <p:nvPr/>
        </p:nvSpPr>
        <p:spPr>
          <a:xfrm>
            <a:off x="8351280" y="39816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117" name="Image 7" descr="brasa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7280" y="4158000"/>
            <a:ext cx="309600" cy="324000"/>
          </a:xfrm>
          <a:prstGeom prst="rect">
            <a:avLst/>
          </a:prstGeom>
        </p:spPr>
      </p:pic>
      <p:sp>
        <p:nvSpPr>
          <p:cNvPr id="118" name="Text 108"/>
          <p:cNvSpPr/>
          <p:nvPr/>
        </p:nvSpPr>
        <p:spPr>
          <a:xfrm>
            <a:off x="8117280" y="41472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119" name="Text 109"/>
          <p:cNvSpPr/>
          <p:nvPr/>
        </p:nvSpPr>
        <p:spPr>
          <a:xfrm>
            <a:off x="8117280" y="42624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120" name="Shape 110"/>
          <p:cNvSpPr/>
          <p:nvPr/>
        </p:nvSpPr>
        <p:spPr>
          <a:xfrm>
            <a:off x="8117280" y="45720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121" name="Text 111"/>
          <p:cNvSpPr/>
          <p:nvPr/>
        </p:nvSpPr>
        <p:spPr>
          <a:xfrm>
            <a:off x="7721280" y="58320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122" name="Text 112"/>
          <p:cNvSpPr/>
          <p:nvPr/>
        </p:nvSpPr>
        <p:spPr>
          <a:xfrm>
            <a:off x="7721280" y="61272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123" name="Text 113"/>
          <p:cNvSpPr/>
          <p:nvPr/>
        </p:nvSpPr>
        <p:spPr>
          <a:xfrm>
            <a:off x="7721280" y="62784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124" name="Text 114"/>
          <p:cNvSpPr/>
          <p:nvPr/>
        </p:nvSpPr>
        <p:spPr>
          <a:xfrm>
            <a:off x="779328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125" name="Text 115"/>
          <p:cNvSpPr/>
          <p:nvPr/>
        </p:nvSpPr>
        <p:spPr>
          <a:xfrm>
            <a:off x="7793280" y="65736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126" name="Text 116"/>
          <p:cNvSpPr/>
          <p:nvPr/>
        </p:nvSpPr>
        <p:spPr>
          <a:xfrm>
            <a:off x="8729280" y="64800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127" name="Text 117"/>
          <p:cNvSpPr/>
          <p:nvPr/>
        </p:nvSpPr>
        <p:spPr>
          <a:xfrm>
            <a:off x="8729280" y="65736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128" name="Shape 118"/>
          <p:cNvSpPr/>
          <p:nvPr/>
        </p:nvSpPr>
        <p:spPr>
          <a:xfrm>
            <a:off x="7613280" y="68472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9" name="Shape 119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30" name="Text 120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3280" y="5904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4" name="Text 2"/>
          <p:cNvSpPr/>
          <p:nvPr/>
        </p:nvSpPr>
        <p:spPr>
          <a:xfrm>
            <a:off x="7685280" y="6768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7793280" y="986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7793280" y="10800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7793280" y="1274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7793280" y="136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7793280" y="1562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7793280" y="1656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7793280" y="1850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12" name="Text 10"/>
          <p:cNvSpPr/>
          <p:nvPr/>
        </p:nvSpPr>
        <p:spPr>
          <a:xfrm>
            <a:off x="7793280" y="1944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13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280" y="2174400"/>
            <a:ext cx="864000" cy="86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57280" y="3074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15" name="Text 12"/>
          <p:cNvSpPr/>
          <p:nvPr/>
        </p:nvSpPr>
        <p:spPr>
          <a:xfrm>
            <a:off x="7757280" y="32544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16" name="Shape 13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7" name="Shape 14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454000" y="5904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19" name="Text 16"/>
          <p:cNvSpPr/>
          <p:nvPr/>
        </p:nvSpPr>
        <p:spPr>
          <a:xfrm>
            <a:off x="5526000" y="6768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5634000" y="986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21" name="Text 18"/>
          <p:cNvSpPr/>
          <p:nvPr/>
        </p:nvSpPr>
        <p:spPr>
          <a:xfrm>
            <a:off x="5634000" y="10800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22" name="Text 19"/>
          <p:cNvSpPr/>
          <p:nvPr/>
        </p:nvSpPr>
        <p:spPr>
          <a:xfrm>
            <a:off x="5634000" y="1274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23" name="Text 20"/>
          <p:cNvSpPr/>
          <p:nvPr/>
        </p:nvSpPr>
        <p:spPr>
          <a:xfrm>
            <a:off x="5634000" y="136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24" name="Text 21"/>
          <p:cNvSpPr/>
          <p:nvPr/>
        </p:nvSpPr>
        <p:spPr>
          <a:xfrm>
            <a:off x="5634000" y="1562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25" name="Text 22"/>
          <p:cNvSpPr/>
          <p:nvPr/>
        </p:nvSpPr>
        <p:spPr>
          <a:xfrm>
            <a:off x="5634000" y="1656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26" name="Text 23"/>
          <p:cNvSpPr/>
          <p:nvPr/>
        </p:nvSpPr>
        <p:spPr>
          <a:xfrm>
            <a:off x="5634000" y="1850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27" name="Text 24"/>
          <p:cNvSpPr/>
          <p:nvPr/>
        </p:nvSpPr>
        <p:spPr>
          <a:xfrm>
            <a:off x="5634000" y="1944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28" name="Image 1" descr="QR de validaçã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000" y="2174400"/>
            <a:ext cx="864000" cy="8640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598000" y="3074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30" name="Text 26"/>
          <p:cNvSpPr/>
          <p:nvPr/>
        </p:nvSpPr>
        <p:spPr>
          <a:xfrm>
            <a:off x="5598000" y="32544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31" name="Shape 27"/>
          <p:cNvSpPr/>
          <p:nvPr/>
        </p:nvSpPr>
        <p:spPr>
          <a:xfrm>
            <a:off x="545400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32" name="Shape 28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3294720" y="5904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34" name="Text 30"/>
          <p:cNvSpPr/>
          <p:nvPr/>
        </p:nvSpPr>
        <p:spPr>
          <a:xfrm>
            <a:off x="3366720" y="6768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35" name="Text 31"/>
          <p:cNvSpPr/>
          <p:nvPr/>
        </p:nvSpPr>
        <p:spPr>
          <a:xfrm>
            <a:off x="3474720" y="986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36" name="Text 32"/>
          <p:cNvSpPr/>
          <p:nvPr/>
        </p:nvSpPr>
        <p:spPr>
          <a:xfrm>
            <a:off x="3474720" y="10800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37" name="Text 33"/>
          <p:cNvSpPr/>
          <p:nvPr/>
        </p:nvSpPr>
        <p:spPr>
          <a:xfrm>
            <a:off x="3474720" y="1274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38" name="Text 34"/>
          <p:cNvSpPr/>
          <p:nvPr/>
        </p:nvSpPr>
        <p:spPr>
          <a:xfrm>
            <a:off x="3474720" y="136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39" name="Text 35"/>
          <p:cNvSpPr/>
          <p:nvPr/>
        </p:nvSpPr>
        <p:spPr>
          <a:xfrm>
            <a:off x="3474720" y="1562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40" name="Text 36"/>
          <p:cNvSpPr/>
          <p:nvPr/>
        </p:nvSpPr>
        <p:spPr>
          <a:xfrm>
            <a:off x="3474720" y="1656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41" name="Text 37"/>
          <p:cNvSpPr/>
          <p:nvPr/>
        </p:nvSpPr>
        <p:spPr>
          <a:xfrm>
            <a:off x="3474720" y="1850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42" name="Text 38"/>
          <p:cNvSpPr/>
          <p:nvPr/>
        </p:nvSpPr>
        <p:spPr>
          <a:xfrm>
            <a:off x="3474720" y="1944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43" name="Image 2" descr="QR de valida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720" y="2174400"/>
            <a:ext cx="864000" cy="86400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438720" y="3074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45" name="Text 40"/>
          <p:cNvSpPr/>
          <p:nvPr/>
        </p:nvSpPr>
        <p:spPr>
          <a:xfrm>
            <a:off x="3438720" y="32544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46" name="Shape 41"/>
          <p:cNvSpPr/>
          <p:nvPr/>
        </p:nvSpPr>
        <p:spPr>
          <a:xfrm>
            <a:off x="329472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47" name="Shape 42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43"/>
          <p:cNvSpPr/>
          <p:nvPr/>
        </p:nvSpPr>
        <p:spPr>
          <a:xfrm>
            <a:off x="1135440" y="5904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49" name="Text 44"/>
          <p:cNvSpPr/>
          <p:nvPr/>
        </p:nvSpPr>
        <p:spPr>
          <a:xfrm>
            <a:off x="1207440" y="6768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50" name="Text 45"/>
          <p:cNvSpPr/>
          <p:nvPr/>
        </p:nvSpPr>
        <p:spPr>
          <a:xfrm>
            <a:off x="1315440" y="986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51" name="Text 46"/>
          <p:cNvSpPr/>
          <p:nvPr/>
        </p:nvSpPr>
        <p:spPr>
          <a:xfrm>
            <a:off x="1315440" y="10800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52" name="Text 47"/>
          <p:cNvSpPr/>
          <p:nvPr/>
        </p:nvSpPr>
        <p:spPr>
          <a:xfrm>
            <a:off x="1315440" y="1274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53" name="Text 48"/>
          <p:cNvSpPr/>
          <p:nvPr/>
        </p:nvSpPr>
        <p:spPr>
          <a:xfrm>
            <a:off x="1315440" y="136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54" name="Text 49"/>
          <p:cNvSpPr/>
          <p:nvPr/>
        </p:nvSpPr>
        <p:spPr>
          <a:xfrm>
            <a:off x="1315440" y="1562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55" name="Text 50"/>
          <p:cNvSpPr/>
          <p:nvPr/>
        </p:nvSpPr>
        <p:spPr>
          <a:xfrm>
            <a:off x="1315440" y="1656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56" name="Text 51"/>
          <p:cNvSpPr/>
          <p:nvPr/>
        </p:nvSpPr>
        <p:spPr>
          <a:xfrm>
            <a:off x="1315440" y="1850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57" name="Text 52"/>
          <p:cNvSpPr/>
          <p:nvPr/>
        </p:nvSpPr>
        <p:spPr>
          <a:xfrm>
            <a:off x="1315440" y="1944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58" name="Image 3" descr="QR de valida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440" y="2174400"/>
            <a:ext cx="864000" cy="864000"/>
          </a:xfrm>
          <a:prstGeom prst="rect">
            <a:avLst/>
          </a:prstGeom>
        </p:spPr>
      </p:pic>
      <p:sp>
        <p:nvSpPr>
          <p:cNvPr id="59" name="Text 53"/>
          <p:cNvSpPr/>
          <p:nvPr/>
        </p:nvSpPr>
        <p:spPr>
          <a:xfrm>
            <a:off x="1279440" y="3074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60" name="Text 54"/>
          <p:cNvSpPr/>
          <p:nvPr/>
        </p:nvSpPr>
        <p:spPr>
          <a:xfrm>
            <a:off x="1279440" y="32544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61" name="Shape 55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62" name="Shape 56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Shape 57"/>
          <p:cNvSpPr/>
          <p:nvPr/>
        </p:nvSpPr>
        <p:spPr>
          <a:xfrm>
            <a:off x="7613280" y="38880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64" name="Text 58"/>
          <p:cNvSpPr/>
          <p:nvPr/>
        </p:nvSpPr>
        <p:spPr>
          <a:xfrm>
            <a:off x="7685280" y="39744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65" name="Text 59"/>
          <p:cNvSpPr/>
          <p:nvPr/>
        </p:nvSpPr>
        <p:spPr>
          <a:xfrm>
            <a:off x="7793280" y="4284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66" name="Text 60"/>
          <p:cNvSpPr/>
          <p:nvPr/>
        </p:nvSpPr>
        <p:spPr>
          <a:xfrm>
            <a:off x="7793280" y="43776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67" name="Text 61"/>
          <p:cNvSpPr/>
          <p:nvPr/>
        </p:nvSpPr>
        <p:spPr>
          <a:xfrm>
            <a:off x="7793280" y="4572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68" name="Text 62"/>
          <p:cNvSpPr/>
          <p:nvPr/>
        </p:nvSpPr>
        <p:spPr>
          <a:xfrm>
            <a:off x="7793280" y="4665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69" name="Text 63"/>
          <p:cNvSpPr/>
          <p:nvPr/>
        </p:nvSpPr>
        <p:spPr>
          <a:xfrm>
            <a:off x="7793280" y="4860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70" name="Text 64"/>
          <p:cNvSpPr/>
          <p:nvPr/>
        </p:nvSpPr>
        <p:spPr>
          <a:xfrm>
            <a:off x="7793280" y="4953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71" name="Text 65"/>
          <p:cNvSpPr/>
          <p:nvPr/>
        </p:nvSpPr>
        <p:spPr>
          <a:xfrm>
            <a:off x="7793280" y="5148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72" name="Text 66"/>
          <p:cNvSpPr/>
          <p:nvPr/>
        </p:nvSpPr>
        <p:spPr>
          <a:xfrm>
            <a:off x="7793280" y="5241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73" name="Image 4" descr="QR de valida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3280" y="5472000"/>
            <a:ext cx="864000" cy="864000"/>
          </a:xfrm>
          <a:prstGeom prst="rect">
            <a:avLst/>
          </a:prstGeom>
        </p:spPr>
      </p:pic>
      <p:sp>
        <p:nvSpPr>
          <p:cNvPr id="74" name="Text 67"/>
          <p:cNvSpPr/>
          <p:nvPr/>
        </p:nvSpPr>
        <p:spPr>
          <a:xfrm>
            <a:off x="7757280" y="6372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75" name="Text 68"/>
          <p:cNvSpPr/>
          <p:nvPr/>
        </p:nvSpPr>
        <p:spPr>
          <a:xfrm>
            <a:off x="7757280" y="65520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76" name="Shape 69"/>
          <p:cNvSpPr/>
          <p:nvPr/>
        </p:nvSpPr>
        <p:spPr>
          <a:xfrm>
            <a:off x="761328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77" name="Shape 70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1"/>
          <p:cNvSpPr/>
          <p:nvPr/>
        </p:nvSpPr>
        <p:spPr>
          <a:xfrm>
            <a:off x="5454000" y="38880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79" name="Text 72"/>
          <p:cNvSpPr/>
          <p:nvPr/>
        </p:nvSpPr>
        <p:spPr>
          <a:xfrm>
            <a:off x="5526000" y="39744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80" name="Text 73"/>
          <p:cNvSpPr/>
          <p:nvPr/>
        </p:nvSpPr>
        <p:spPr>
          <a:xfrm>
            <a:off x="5634000" y="4284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81" name="Text 74"/>
          <p:cNvSpPr/>
          <p:nvPr/>
        </p:nvSpPr>
        <p:spPr>
          <a:xfrm>
            <a:off x="5634000" y="43776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82" name="Text 75"/>
          <p:cNvSpPr/>
          <p:nvPr/>
        </p:nvSpPr>
        <p:spPr>
          <a:xfrm>
            <a:off x="5634000" y="4572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83" name="Text 76"/>
          <p:cNvSpPr/>
          <p:nvPr/>
        </p:nvSpPr>
        <p:spPr>
          <a:xfrm>
            <a:off x="5634000" y="4665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84" name="Text 77"/>
          <p:cNvSpPr/>
          <p:nvPr/>
        </p:nvSpPr>
        <p:spPr>
          <a:xfrm>
            <a:off x="5634000" y="4860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85" name="Text 78"/>
          <p:cNvSpPr/>
          <p:nvPr/>
        </p:nvSpPr>
        <p:spPr>
          <a:xfrm>
            <a:off x="5634000" y="4953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86" name="Text 79"/>
          <p:cNvSpPr/>
          <p:nvPr/>
        </p:nvSpPr>
        <p:spPr>
          <a:xfrm>
            <a:off x="5634000" y="5148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87" name="Text 80"/>
          <p:cNvSpPr/>
          <p:nvPr/>
        </p:nvSpPr>
        <p:spPr>
          <a:xfrm>
            <a:off x="5634000" y="5241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88" name="Image 5" descr="QR de valid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4000" y="5472000"/>
            <a:ext cx="864000" cy="864000"/>
          </a:xfrm>
          <a:prstGeom prst="rect">
            <a:avLst/>
          </a:prstGeom>
        </p:spPr>
      </p:pic>
      <p:sp>
        <p:nvSpPr>
          <p:cNvPr id="89" name="Text 81"/>
          <p:cNvSpPr/>
          <p:nvPr/>
        </p:nvSpPr>
        <p:spPr>
          <a:xfrm>
            <a:off x="5598000" y="6372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90" name="Text 82"/>
          <p:cNvSpPr/>
          <p:nvPr/>
        </p:nvSpPr>
        <p:spPr>
          <a:xfrm>
            <a:off x="5598000" y="65520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91" name="Shape 83"/>
          <p:cNvSpPr/>
          <p:nvPr/>
        </p:nvSpPr>
        <p:spPr>
          <a:xfrm>
            <a:off x="545400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92" name="Shape 84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3" name="Shape 85"/>
          <p:cNvSpPr/>
          <p:nvPr/>
        </p:nvSpPr>
        <p:spPr>
          <a:xfrm>
            <a:off x="3294720" y="38880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94" name="Text 86"/>
          <p:cNvSpPr/>
          <p:nvPr/>
        </p:nvSpPr>
        <p:spPr>
          <a:xfrm>
            <a:off x="3366720" y="39744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95" name="Text 87"/>
          <p:cNvSpPr/>
          <p:nvPr/>
        </p:nvSpPr>
        <p:spPr>
          <a:xfrm>
            <a:off x="3474720" y="4284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96" name="Text 88"/>
          <p:cNvSpPr/>
          <p:nvPr/>
        </p:nvSpPr>
        <p:spPr>
          <a:xfrm>
            <a:off x="3474720" y="43776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97" name="Text 89"/>
          <p:cNvSpPr/>
          <p:nvPr/>
        </p:nvSpPr>
        <p:spPr>
          <a:xfrm>
            <a:off x="3474720" y="4572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98" name="Text 90"/>
          <p:cNvSpPr/>
          <p:nvPr/>
        </p:nvSpPr>
        <p:spPr>
          <a:xfrm>
            <a:off x="3474720" y="4665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99" name="Text 91"/>
          <p:cNvSpPr/>
          <p:nvPr/>
        </p:nvSpPr>
        <p:spPr>
          <a:xfrm>
            <a:off x="3474720" y="4860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100" name="Text 92"/>
          <p:cNvSpPr/>
          <p:nvPr/>
        </p:nvSpPr>
        <p:spPr>
          <a:xfrm>
            <a:off x="3474720" y="4953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101" name="Text 93"/>
          <p:cNvSpPr/>
          <p:nvPr/>
        </p:nvSpPr>
        <p:spPr>
          <a:xfrm>
            <a:off x="3474720" y="5148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102" name="Text 94"/>
          <p:cNvSpPr/>
          <p:nvPr/>
        </p:nvSpPr>
        <p:spPr>
          <a:xfrm>
            <a:off x="3474720" y="5241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103" name="Image 6" descr="QR de validaçã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4720" y="5472000"/>
            <a:ext cx="864000" cy="864000"/>
          </a:xfrm>
          <a:prstGeom prst="rect">
            <a:avLst/>
          </a:prstGeom>
        </p:spPr>
      </p:pic>
      <p:sp>
        <p:nvSpPr>
          <p:cNvPr id="104" name="Text 95"/>
          <p:cNvSpPr/>
          <p:nvPr/>
        </p:nvSpPr>
        <p:spPr>
          <a:xfrm>
            <a:off x="3438720" y="6372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105" name="Text 96"/>
          <p:cNvSpPr/>
          <p:nvPr/>
        </p:nvSpPr>
        <p:spPr>
          <a:xfrm>
            <a:off x="3438720" y="65520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106" name="Shape 97"/>
          <p:cNvSpPr/>
          <p:nvPr/>
        </p:nvSpPr>
        <p:spPr>
          <a:xfrm>
            <a:off x="329472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07" name="Shape 98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Shape 99"/>
          <p:cNvSpPr/>
          <p:nvPr/>
        </p:nvSpPr>
        <p:spPr>
          <a:xfrm>
            <a:off x="1135440" y="38880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109" name="Text 100"/>
          <p:cNvSpPr/>
          <p:nvPr/>
        </p:nvSpPr>
        <p:spPr>
          <a:xfrm>
            <a:off x="1207440" y="39744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110" name="Text 101"/>
          <p:cNvSpPr/>
          <p:nvPr/>
        </p:nvSpPr>
        <p:spPr>
          <a:xfrm>
            <a:off x="1315440" y="4284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111" name="Text 102"/>
          <p:cNvSpPr/>
          <p:nvPr/>
        </p:nvSpPr>
        <p:spPr>
          <a:xfrm>
            <a:off x="1315440" y="43776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112" name="Text 103"/>
          <p:cNvSpPr/>
          <p:nvPr/>
        </p:nvSpPr>
        <p:spPr>
          <a:xfrm>
            <a:off x="1315440" y="4572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113" name="Text 104"/>
          <p:cNvSpPr/>
          <p:nvPr/>
        </p:nvSpPr>
        <p:spPr>
          <a:xfrm>
            <a:off x="1315440" y="4665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114" name="Text 105"/>
          <p:cNvSpPr/>
          <p:nvPr/>
        </p:nvSpPr>
        <p:spPr>
          <a:xfrm>
            <a:off x="1315440" y="4860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115" name="Text 106"/>
          <p:cNvSpPr/>
          <p:nvPr/>
        </p:nvSpPr>
        <p:spPr>
          <a:xfrm>
            <a:off x="1315440" y="4953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116" name="Text 107"/>
          <p:cNvSpPr/>
          <p:nvPr/>
        </p:nvSpPr>
        <p:spPr>
          <a:xfrm>
            <a:off x="1315440" y="51480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117" name="Text 108"/>
          <p:cNvSpPr/>
          <p:nvPr/>
        </p:nvSpPr>
        <p:spPr>
          <a:xfrm>
            <a:off x="1315440" y="52416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118" name="Image 7" descr="QR de validaçã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5440" y="5472000"/>
            <a:ext cx="864000" cy="864000"/>
          </a:xfrm>
          <a:prstGeom prst="rect">
            <a:avLst/>
          </a:prstGeom>
        </p:spPr>
      </p:pic>
      <p:sp>
        <p:nvSpPr>
          <p:cNvPr id="119" name="Text 109"/>
          <p:cNvSpPr/>
          <p:nvPr/>
        </p:nvSpPr>
        <p:spPr>
          <a:xfrm>
            <a:off x="1279440" y="63720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120" name="Text 110"/>
          <p:cNvSpPr/>
          <p:nvPr/>
        </p:nvSpPr>
        <p:spPr>
          <a:xfrm>
            <a:off x="1279440" y="65520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121" name="Shape 111"/>
          <p:cNvSpPr/>
          <p:nvPr/>
        </p:nvSpPr>
        <p:spPr>
          <a:xfrm>
            <a:off x="1135440" y="38880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22" name="Text 112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1/2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35440" y="590400"/>
            <a:ext cx="1943280" cy="100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4" name="Shape 2"/>
          <p:cNvSpPr/>
          <p:nvPr/>
        </p:nvSpPr>
        <p:spPr>
          <a:xfrm>
            <a:off x="1873440" y="684000"/>
            <a:ext cx="468000" cy="79200"/>
          </a:xfrm>
          <a:prstGeom prst="roundRect">
            <a:avLst>
              <a:gd name="adj" fmla="val 577273"/>
            </a:avLst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5" name="Image 0" descr="brasa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440" y="860400"/>
            <a:ext cx="309600" cy="32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39440" y="849600"/>
            <a:ext cx="1368000" cy="12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REPÚBLICA DE ANGOLA</a:t>
            </a:r>
            <a:endParaRPr lang="en-US" sz="460" dirty="0"/>
          </a:p>
        </p:txBody>
      </p:sp>
      <p:sp>
        <p:nvSpPr>
          <p:cNvPr id="7" name="Text 4"/>
          <p:cNvSpPr/>
          <p:nvPr/>
        </p:nvSpPr>
        <p:spPr>
          <a:xfrm>
            <a:off x="1639440" y="964800"/>
            <a:ext cx="1368000" cy="25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COMPLEXO ESCOLAR Nº 292, MJE SAMORA MACHEL - QUÊSSUA</a:t>
            </a:r>
            <a:endParaRPr lang="en-US" sz="500" dirty="0"/>
          </a:p>
        </p:txBody>
      </p:sp>
      <p:sp>
        <p:nvSpPr>
          <p:cNvPr id="8" name="Shape 5"/>
          <p:cNvSpPr/>
          <p:nvPr/>
        </p:nvSpPr>
        <p:spPr>
          <a:xfrm>
            <a:off x="1639440" y="1274400"/>
            <a:ext cx="936000" cy="1188000"/>
          </a:xfrm>
          <a:prstGeom prst="roundRect">
            <a:avLst>
              <a:gd name="adj" fmla="val 7515"/>
            </a:avLst>
          </a:prstGeom>
          <a:solidFill>
            <a:srgbClr val="E2E8F0"/>
          </a:solidFill>
          <a:ln w="36005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43440" y="2534400"/>
            <a:ext cx="1728000" cy="28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Carlos Alberto de Meneses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1243440" y="28296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24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· Licenciado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243440" y="2980800"/>
            <a:ext cx="1728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Matemática</a:t>
            </a:r>
            <a:endParaRPr lang="en-US" sz="540" dirty="0"/>
          </a:p>
        </p:txBody>
      </p:sp>
      <p:sp>
        <p:nvSpPr>
          <p:cNvPr id="12" name="Text 9"/>
          <p:cNvSpPr/>
          <p:nvPr/>
        </p:nvSpPr>
        <p:spPr>
          <a:xfrm>
            <a:off x="131544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N.º FUNC.</a:t>
            </a:r>
            <a:endParaRPr lang="en-US" sz="400" dirty="0"/>
          </a:p>
        </p:txBody>
      </p:sp>
      <p:sp>
        <p:nvSpPr>
          <p:cNvPr id="13" name="Text 10"/>
          <p:cNvSpPr/>
          <p:nvPr/>
        </p:nvSpPr>
        <p:spPr>
          <a:xfrm>
            <a:off x="1315440" y="3276000"/>
            <a:ext cx="86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AG-0044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2251440" y="3182400"/>
            <a:ext cx="72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VALIDADE</a:t>
            </a:r>
            <a:endParaRPr lang="en-US" sz="400" dirty="0"/>
          </a:p>
        </p:txBody>
      </p:sp>
      <p:sp>
        <p:nvSpPr>
          <p:cNvPr id="15" name="Text 12"/>
          <p:cNvSpPr/>
          <p:nvPr/>
        </p:nvSpPr>
        <p:spPr>
          <a:xfrm>
            <a:off x="2251440" y="3276000"/>
            <a:ext cx="72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600" dirty="0"/>
          </a:p>
        </p:txBody>
      </p:sp>
      <p:sp>
        <p:nvSpPr>
          <p:cNvPr id="16" name="Shape 13"/>
          <p:cNvSpPr/>
          <p:nvPr/>
        </p:nvSpPr>
        <p:spPr>
          <a:xfrm>
            <a:off x="1135440" y="3549600"/>
            <a:ext cx="1943280" cy="122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4"/>
          <p:cNvSpPr/>
          <p:nvPr/>
        </p:nvSpPr>
        <p:spPr>
          <a:xfrm>
            <a:off x="113544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Frente · folha 2/2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13280" y="590400"/>
            <a:ext cx="1943280" cy="288000"/>
          </a:xfrm>
          <a:prstGeom prst="rect">
            <a:avLst/>
          </a:prstGeom>
          <a:solidFill>
            <a:srgbClr val="12498A"/>
          </a:solidFill>
          <a:ln/>
        </p:spPr>
      </p:sp>
      <p:sp>
        <p:nvSpPr>
          <p:cNvPr id="4" name="Text 2"/>
          <p:cNvSpPr/>
          <p:nvPr/>
        </p:nvSpPr>
        <p:spPr>
          <a:xfrm>
            <a:off x="7685280" y="676800"/>
            <a:ext cx="180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DO FUNCIONÁRIO</a:t>
            </a:r>
            <a:endParaRPr lang="en-US" sz="500" dirty="0"/>
          </a:p>
        </p:txBody>
      </p:sp>
      <p:sp>
        <p:nvSpPr>
          <p:cNvPr id="5" name="Text 3"/>
          <p:cNvSpPr/>
          <p:nvPr/>
        </p:nvSpPr>
        <p:spPr>
          <a:xfrm>
            <a:off x="7793280" y="986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B.I. / NIF</a:t>
            </a:r>
            <a:endParaRPr lang="en-US" sz="400" dirty="0"/>
          </a:p>
        </p:txBody>
      </p:sp>
      <p:sp>
        <p:nvSpPr>
          <p:cNvPr id="6" name="Text 4"/>
          <p:cNvSpPr/>
          <p:nvPr/>
        </p:nvSpPr>
        <p:spPr>
          <a:xfrm>
            <a:off x="7793280" y="1080000"/>
            <a:ext cx="1584000" cy="14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004928102BA041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7793280" y="1274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ADMISSÃO</a:t>
            </a:r>
            <a:endParaRPr lang="en-US" sz="400" dirty="0"/>
          </a:p>
        </p:txBody>
      </p:sp>
      <p:sp>
        <p:nvSpPr>
          <p:cNvPr id="8" name="Text 6"/>
          <p:cNvSpPr/>
          <p:nvPr/>
        </p:nvSpPr>
        <p:spPr>
          <a:xfrm>
            <a:off x="7793280" y="1368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01/02/2019</a:t>
            </a:r>
            <a:endParaRPr lang="en-US" sz="560" dirty="0"/>
          </a:p>
        </p:txBody>
      </p:sp>
      <p:sp>
        <p:nvSpPr>
          <p:cNvPr id="9" name="Text 7"/>
          <p:cNvSpPr/>
          <p:nvPr/>
        </p:nvSpPr>
        <p:spPr>
          <a:xfrm>
            <a:off x="7793280" y="1562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</a:t>
            </a:r>
            <a:endParaRPr lang="en-US" sz="400" dirty="0"/>
          </a:p>
        </p:txBody>
      </p:sp>
      <p:sp>
        <p:nvSpPr>
          <p:cNvPr id="10" name="Text 8"/>
          <p:cNvSpPr/>
          <p:nvPr/>
        </p:nvSpPr>
        <p:spPr>
          <a:xfrm>
            <a:off x="7793280" y="1656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923000111</a:t>
            </a:r>
            <a:endParaRPr lang="en-US" sz="560" dirty="0"/>
          </a:p>
        </p:txBody>
      </p:sp>
      <p:sp>
        <p:nvSpPr>
          <p:cNvPr id="11" name="Text 9"/>
          <p:cNvSpPr/>
          <p:nvPr/>
        </p:nvSpPr>
        <p:spPr>
          <a:xfrm>
            <a:off x="7793280" y="1850400"/>
            <a:ext cx="1440000" cy="1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SANGUÍNEO</a:t>
            </a:r>
            <a:endParaRPr lang="en-US" sz="400" dirty="0"/>
          </a:p>
        </p:txBody>
      </p:sp>
      <p:sp>
        <p:nvSpPr>
          <p:cNvPr id="12" name="Text 10"/>
          <p:cNvSpPr/>
          <p:nvPr/>
        </p:nvSpPr>
        <p:spPr>
          <a:xfrm>
            <a:off x="7793280" y="1944000"/>
            <a:ext cx="1584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O+</a:t>
            </a:r>
            <a:endParaRPr lang="en-US" sz="560" dirty="0"/>
          </a:p>
        </p:txBody>
      </p:sp>
      <p:pic>
        <p:nvPicPr>
          <p:cNvPr id="13" name="Image 0" descr="QR de valid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3280" y="2174400"/>
            <a:ext cx="864000" cy="864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757280" y="3074400"/>
            <a:ext cx="1656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Controlo de acessos (QR)</a:t>
            </a:r>
            <a:endParaRPr lang="en-US" sz="440" dirty="0"/>
          </a:p>
        </p:txBody>
      </p:sp>
      <p:sp>
        <p:nvSpPr>
          <p:cNvPr id="15" name="Text 12"/>
          <p:cNvSpPr/>
          <p:nvPr/>
        </p:nvSpPr>
        <p:spPr>
          <a:xfrm>
            <a:off x="7757280" y="3254400"/>
            <a:ext cx="1656000" cy="3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2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Propriedade da instituição. Se encontrar este cartão, devolva à Secretaria.</a:t>
            </a:r>
            <a:endParaRPr lang="en-US" sz="420" dirty="0"/>
          </a:p>
        </p:txBody>
      </p:sp>
      <p:sp>
        <p:nvSpPr>
          <p:cNvPr id="16" name="Shape 13"/>
          <p:cNvSpPr/>
          <p:nvPr/>
        </p:nvSpPr>
        <p:spPr>
          <a:xfrm>
            <a:off x="7613280" y="590400"/>
            <a:ext cx="1943280" cy="3081600"/>
          </a:xfrm>
          <a:prstGeom prst="rect">
            <a:avLst/>
          </a:prstGeom>
          <a:solidFill>
            <a:srgbClr val="FFFFFF">
              <a:alpha val="0"/>
            </a:srgbClr>
          </a:solidFill>
          <a:ln w="3175">
            <a:solidFill>
              <a:srgbClr val="B0B0B0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144000" y="7344000"/>
            <a:ext cx="2880000" cy="14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999999"/>
                </a:solidFill>
              </a:rPr>
              <a:t>Verso (espelhado) · folha 2/2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Crachá Azul Institucional</dc:title>
  <dc:subject>PptxGenJS Presentation</dc:subject>
  <dc:creator>Sistema de Gestão Escolar</dc:creator>
  <cp:lastModifiedBy>Sistema de Gestão Escolar</cp:lastModifiedBy>
  <cp:revision>1</cp:revision>
  <dcterms:created xsi:type="dcterms:W3CDTF">2026-10-05T12:38:18Z</dcterms:created>
  <dcterms:modified xsi:type="dcterms:W3CDTF">2026-10-05T12:38:18Z</dcterms:modified>
</cp:coreProperties>
</file>