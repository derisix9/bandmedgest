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560000" cy="10692000"/>
  <p:notesSz cx="10692000" cy="756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0400" y="1135440"/>
            <a:ext cx="3081600" cy="194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90400" y="1135440"/>
            <a:ext cx="3081600" cy="504000"/>
          </a:xfrm>
          <a:prstGeom prst="rect">
            <a:avLst/>
          </a:prstGeom>
          <a:solidFill>
            <a:srgbClr val="12498A"/>
          </a:solidFill>
          <a:ln/>
        </p:spPr>
      </p:sp>
      <p:pic>
        <p:nvPicPr>
          <p:cNvPr id="4" name="Image 0" descr="bras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400" y="1214640"/>
            <a:ext cx="345600" cy="36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4400" y="120024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500" dirty="0"/>
          </a:p>
        </p:txBody>
      </p:sp>
      <p:sp>
        <p:nvSpPr>
          <p:cNvPr id="6" name="Text 3"/>
          <p:cNvSpPr/>
          <p:nvPr/>
        </p:nvSpPr>
        <p:spPr>
          <a:xfrm>
            <a:off x="1094400" y="1322640"/>
            <a:ext cx="2448000" cy="15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70" dirty="0"/>
          </a:p>
        </p:txBody>
      </p:sp>
      <p:sp>
        <p:nvSpPr>
          <p:cNvPr id="7" name="Text 4"/>
          <p:cNvSpPr/>
          <p:nvPr/>
        </p:nvSpPr>
        <p:spPr>
          <a:xfrm>
            <a:off x="1094400" y="148104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ENSINO PRIMÁRIO</a:t>
            </a:r>
            <a:endParaRPr lang="en-US" sz="480" dirty="0"/>
          </a:p>
        </p:txBody>
      </p:sp>
      <p:sp>
        <p:nvSpPr>
          <p:cNvPr id="8" name="Shape 5"/>
          <p:cNvSpPr/>
          <p:nvPr/>
        </p:nvSpPr>
        <p:spPr>
          <a:xfrm>
            <a:off x="734400" y="1747440"/>
            <a:ext cx="864000" cy="1116000"/>
          </a:xfrm>
          <a:prstGeom prst="roundRect">
            <a:avLst>
              <a:gd name="adj" fmla="val 6615"/>
            </a:avLst>
          </a:prstGeom>
          <a:solidFill>
            <a:srgbClr val="E2E8F0"/>
          </a:solidFill>
          <a:ln w="18002">
            <a:solidFill>
              <a:srgbClr val="1249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06400" y="1725840"/>
            <a:ext cx="18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00" kern="0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620" dirty="0"/>
          </a:p>
        </p:txBody>
      </p:sp>
      <p:sp>
        <p:nvSpPr>
          <p:cNvPr id="10" name="Text 7"/>
          <p:cNvSpPr/>
          <p:nvPr/>
        </p:nvSpPr>
        <p:spPr>
          <a:xfrm>
            <a:off x="1706400" y="1891440"/>
            <a:ext cx="1872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706400" y="2157840"/>
            <a:ext cx="57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420" dirty="0"/>
          </a:p>
        </p:txBody>
      </p:sp>
      <p:sp>
        <p:nvSpPr>
          <p:cNvPr id="12" name="Text 9"/>
          <p:cNvSpPr/>
          <p:nvPr/>
        </p:nvSpPr>
        <p:spPr>
          <a:xfrm>
            <a:off x="1706400" y="224424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2786400" y="21578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20" dirty="0"/>
          </a:p>
        </p:txBody>
      </p:sp>
      <p:sp>
        <p:nvSpPr>
          <p:cNvPr id="14" name="Text 11"/>
          <p:cNvSpPr/>
          <p:nvPr/>
        </p:nvSpPr>
        <p:spPr>
          <a:xfrm>
            <a:off x="2786400" y="2244240"/>
            <a:ext cx="792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20" dirty="0"/>
          </a:p>
        </p:txBody>
      </p:sp>
      <p:sp>
        <p:nvSpPr>
          <p:cNvPr id="15" name="Text 12"/>
          <p:cNvSpPr/>
          <p:nvPr/>
        </p:nvSpPr>
        <p:spPr>
          <a:xfrm>
            <a:off x="1706400" y="24458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20" dirty="0"/>
          </a:p>
        </p:txBody>
      </p:sp>
      <p:sp>
        <p:nvSpPr>
          <p:cNvPr id="16" name="Text 13"/>
          <p:cNvSpPr/>
          <p:nvPr/>
        </p:nvSpPr>
        <p:spPr>
          <a:xfrm>
            <a:off x="1706400" y="253224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20" dirty="0"/>
          </a:p>
        </p:txBody>
      </p:sp>
      <p:sp>
        <p:nvSpPr>
          <p:cNvPr id="17" name="Text 14"/>
          <p:cNvSpPr/>
          <p:nvPr/>
        </p:nvSpPr>
        <p:spPr>
          <a:xfrm>
            <a:off x="2786400" y="24458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20" dirty="0"/>
          </a:p>
        </p:txBody>
      </p:sp>
      <p:sp>
        <p:nvSpPr>
          <p:cNvPr id="18" name="Text 15"/>
          <p:cNvSpPr/>
          <p:nvPr/>
        </p:nvSpPr>
        <p:spPr>
          <a:xfrm>
            <a:off x="2786400" y="2532240"/>
            <a:ext cx="79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20" dirty="0"/>
          </a:p>
        </p:txBody>
      </p:sp>
      <p:sp>
        <p:nvSpPr>
          <p:cNvPr id="19" name="Shape 16"/>
          <p:cNvSpPr/>
          <p:nvPr/>
        </p:nvSpPr>
        <p:spPr>
          <a:xfrm>
            <a:off x="590400" y="2927520"/>
            <a:ext cx="3081600" cy="151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1670400" y="2945520"/>
            <a:ext cx="1944000" cy="1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 · Válido para o ano lectivo em curso</a:t>
            </a:r>
            <a:endParaRPr lang="en-US" sz="420" dirty="0"/>
          </a:p>
        </p:txBody>
      </p:sp>
      <p:sp>
        <p:nvSpPr>
          <p:cNvPr id="21" name="Shape 18"/>
          <p:cNvSpPr/>
          <p:nvPr/>
        </p:nvSpPr>
        <p:spPr>
          <a:xfrm>
            <a:off x="5904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3888000" y="1135440"/>
            <a:ext cx="3081600" cy="194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3888000" y="1135440"/>
            <a:ext cx="3081600" cy="504000"/>
          </a:xfrm>
          <a:prstGeom prst="rect">
            <a:avLst/>
          </a:prstGeom>
          <a:solidFill>
            <a:srgbClr val="12498A"/>
          </a:solidFill>
          <a:ln/>
        </p:spPr>
      </p:sp>
      <p:pic>
        <p:nvPicPr>
          <p:cNvPr id="24" name="Image 1" descr="brasa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000" y="1214640"/>
            <a:ext cx="345600" cy="3600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392000" y="120024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500" dirty="0"/>
          </a:p>
        </p:txBody>
      </p:sp>
      <p:sp>
        <p:nvSpPr>
          <p:cNvPr id="26" name="Text 22"/>
          <p:cNvSpPr/>
          <p:nvPr/>
        </p:nvSpPr>
        <p:spPr>
          <a:xfrm>
            <a:off x="4392000" y="1322640"/>
            <a:ext cx="2448000" cy="15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70" dirty="0"/>
          </a:p>
        </p:txBody>
      </p:sp>
      <p:sp>
        <p:nvSpPr>
          <p:cNvPr id="27" name="Text 23"/>
          <p:cNvSpPr/>
          <p:nvPr/>
        </p:nvSpPr>
        <p:spPr>
          <a:xfrm>
            <a:off x="4392000" y="148104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ENSINO PRIMÁRIO</a:t>
            </a:r>
            <a:endParaRPr lang="en-US" sz="480" dirty="0"/>
          </a:p>
        </p:txBody>
      </p:sp>
      <p:sp>
        <p:nvSpPr>
          <p:cNvPr id="28" name="Shape 24"/>
          <p:cNvSpPr/>
          <p:nvPr/>
        </p:nvSpPr>
        <p:spPr>
          <a:xfrm>
            <a:off x="4032000" y="1747440"/>
            <a:ext cx="864000" cy="1116000"/>
          </a:xfrm>
          <a:prstGeom prst="roundRect">
            <a:avLst>
              <a:gd name="adj" fmla="val 6615"/>
            </a:avLst>
          </a:prstGeom>
          <a:solidFill>
            <a:srgbClr val="E2E8F0"/>
          </a:solidFill>
          <a:ln w="18002">
            <a:solidFill>
              <a:srgbClr val="12498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04000" y="1725840"/>
            <a:ext cx="18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00" kern="0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620" dirty="0"/>
          </a:p>
        </p:txBody>
      </p:sp>
      <p:sp>
        <p:nvSpPr>
          <p:cNvPr id="30" name="Text 26"/>
          <p:cNvSpPr/>
          <p:nvPr/>
        </p:nvSpPr>
        <p:spPr>
          <a:xfrm>
            <a:off x="5004000" y="1891440"/>
            <a:ext cx="1872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004000" y="2157840"/>
            <a:ext cx="57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420" dirty="0"/>
          </a:p>
        </p:txBody>
      </p:sp>
      <p:sp>
        <p:nvSpPr>
          <p:cNvPr id="32" name="Text 28"/>
          <p:cNvSpPr/>
          <p:nvPr/>
        </p:nvSpPr>
        <p:spPr>
          <a:xfrm>
            <a:off x="5004000" y="224424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20" dirty="0"/>
          </a:p>
        </p:txBody>
      </p:sp>
      <p:sp>
        <p:nvSpPr>
          <p:cNvPr id="33" name="Text 29"/>
          <p:cNvSpPr/>
          <p:nvPr/>
        </p:nvSpPr>
        <p:spPr>
          <a:xfrm>
            <a:off x="6084000" y="21578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20" dirty="0"/>
          </a:p>
        </p:txBody>
      </p:sp>
      <p:sp>
        <p:nvSpPr>
          <p:cNvPr id="34" name="Text 30"/>
          <p:cNvSpPr/>
          <p:nvPr/>
        </p:nvSpPr>
        <p:spPr>
          <a:xfrm>
            <a:off x="6084000" y="2244240"/>
            <a:ext cx="792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20" dirty="0"/>
          </a:p>
        </p:txBody>
      </p:sp>
      <p:sp>
        <p:nvSpPr>
          <p:cNvPr id="35" name="Text 31"/>
          <p:cNvSpPr/>
          <p:nvPr/>
        </p:nvSpPr>
        <p:spPr>
          <a:xfrm>
            <a:off x="5004000" y="24458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20" dirty="0"/>
          </a:p>
        </p:txBody>
      </p:sp>
      <p:sp>
        <p:nvSpPr>
          <p:cNvPr id="36" name="Text 32"/>
          <p:cNvSpPr/>
          <p:nvPr/>
        </p:nvSpPr>
        <p:spPr>
          <a:xfrm>
            <a:off x="5004000" y="253224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20" dirty="0"/>
          </a:p>
        </p:txBody>
      </p:sp>
      <p:sp>
        <p:nvSpPr>
          <p:cNvPr id="37" name="Text 33"/>
          <p:cNvSpPr/>
          <p:nvPr/>
        </p:nvSpPr>
        <p:spPr>
          <a:xfrm>
            <a:off x="6084000" y="24458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20" dirty="0"/>
          </a:p>
        </p:txBody>
      </p:sp>
      <p:sp>
        <p:nvSpPr>
          <p:cNvPr id="38" name="Text 34"/>
          <p:cNvSpPr/>
          <p:nvPr/>
        </p:nvSpPr>
        <p:spPr>
          <a:xfrm>
            <a:off x="6084000" y="2532240"/>
            <a:ext cx="79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20" dirty="0"/>
          </a:p>
        </p:txBody>
      </p:sp>
      <p:sp>
        <p:nvSpPr>
          <p:cNvPr id="39" name="Shape 35"/>
          <p:cNvSpPr/>
          <p:nvPr/>
        </p:nvSpPr>
        <p:spPr>
          <a:xfrm>
            <a:off x="3888000" y="2927520"/>
            <a:ext cx="3081600" cy="151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6"/>
          <p:cNvSpPr/>
          <p:nvPr/>
        </p:nvSpPr>
        <p:spPr>
          <a:xfrm>
            <a:off x="4968000" y="2945520"/>
            <a:ext cx="1944000" cy="1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 · Válido para o ano lectivo em curso</a:t>
            </a:r>
            <a:endParaRPr lang="en-US" sz="420" dirty="0"/>
          </a:p>
        </p:txBody>
      </p:sp>
      <p:sp>
        <p:nvSpPr>
          <p:cNvPr id="41" name="Shape 37"/>
          <p:cNvSpPr/>
          <p:nvPr/>
        </p:nvSpPr>
        <p:spPr>
          <a:xfrm>
            <a:off x="38880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42" name="Shape 38"/>
          <p:cNvSpPr/>
          <p:nvPr/>
        </p:nvSpPr>
        <p:spPr>
          <a:xfrm>
            <a:off x="590400" y="3294720"/>
            <a:ext cx="3081600" cy="194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9"/>
          <p:cNvSpPr/>
          <p:nvPr/>
        </p:nvSpPr>
        <p:spPr>
          <a:xfrm>
            <a:off x="590400" y="3294720"/>
            <a:ext cx="3081600" cy="504000"/>
          </a:xfrm>
          <a:prstGeom prst="rect">
            <a:avLst/>
          </a:prstGeom>
          <a:solidFill>
            <a:srgbClr val="12498A"/>
          </a:solidFill>
          <a:ln/>
        </p:spPr>
      </p:sp>
      <p:pic>
        <p:nvPicPr>
          <p:cNvPr id="44" name="Image 2" descr="brasa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00" y="3373920"/>
            <a:ext cx="345600" cy="36000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1094400" y="335952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500" dirty="0"/>
          </a:p>
        </p:txBody>
      </p:sp>
      <p:sp>
        <p:nvSpPr>
          <p:cNvPr id="46" name="Text 41"/>
          <p:cNvSpPr/>
          <p:nvPr/>
        </p:nvSpPr>
        <p:spPr>
          <a:xfrm>
            <a:off x="1094400" y="3481920"/>
            <a:ext cx="2448000" cy="15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70" dirty="0"/>
          </a:p>
        </p:txBody>
      </p:sp>
      <p:sp>
        <p:nvSpPr>
          <p:cNvPr id="47" name="Text 42"/>
          <p:cNvSpPr/>
          <p:nvPr/>
        </p:nvSpPr>
        <p:spPr>
          <a:xfrm>
            <a:off x="1094400" y="364032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ENSINO PRIMÁRIO</a:t>
            </a:r>
            <a:endParaRPr lang="en-US" sz="480" dirty="0"/>
          </a:p>
        </p:txBody>
      </p:sp>
      <p:sp>
        <p:nvSpPr>
          <p:cNvPr id="48" name="Shape 43"/>
          <p:cNvSpPr/>
          <p:nvPr/>
        </p:nvSpPr>
        <p:spPr>
          <a:xfrm>
            <a:off x="734400" y="3906720"/>
            <a:ext cx="864000" cy="1116000"/>
          </a:xfrm>
          <a:prstGeom prst="roundRect">
            <a:avLst>
              <a:gd name="adj" fmla="val 6615"/>
            </a:avLst>
          </a:prstGeom>
          <a:solidFill>
            <a:srgbClr val="E2E8F0"/>
          </a:solidFill>
          <a:ln w="18002">
            <a:solidFill>
              <a:srgbClr val="12498A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1706400" y="3885120"/>
            <a:ext cx="18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00" kern="0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620" dirty="0"/>
          </a:p>
        </p:txBody>
      </p:sp>
      <p:sp>
        <p:nvSpPr>
          <p:cNvPr id="50" name="Text 45"/>
          <p:cNvSpPr/>
          <p:nvPr/>
        </p:nvSpPr>
        <p:spPr>
          <a:xfrm>
            <a:off x="1706400" y="4050720"/>
            <a:ext cx="1872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1706400" y="4317120"/>
            <a:ext cx="57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420" dirty="0"/>
          </a:p>
        </p:txBody>
      </p:sp>
      <p:sp>
        <p:nvSpPr>
          <p:cNvPr id="52" name="Text 47"/>
          <p:cNvSpPr/>
          <p:nvPr/>
        </p:nvSpPr>
        <p:spPr>
          <a:xfrm>
            <a:off x="1706400" y="440352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20" dirty="0"/>
          </a:p>
        </p:txBody>
      </p:sp>
      <p:sp>
        <p:nvSpPr>
          <p:cNvPr id="53" name="Text 48"/>
          <p:cNvSpPr/>
          <p:nvPr/>
        </p:nvSpPr>
        <p:spPr>
          <a:xfrm>
            <a:off x="2786400" y="431712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20" dirty="0"/>
          </a:p>
        </p:txBody>
      </p:sp>
      <p:sp>
        <p:nvSpPr>
          <p:cNvPr id="54" name="Text 49"/>
          <p:cNvSpPr/>
          <p:nvPr/>
        </p:nvSpPr>
        <p:spPr>
          <a:xfrm>
            <a:off x="2786400" y="4403520"/>
            <a:ext cx="792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20" dirty="0"/>
          </a:p>
        </p:txBody>
      </p:sp>
      <p:sp>
        <p:nvSpPr>
          <p:cNvPr id="55" name="Text 50"/>
          <p:cNvSpPr/>
          <p:nvPr/>
        </p:nvSpPr>
        <p:spPr>
          <a:xfrm>
            <a:off x="1706400" y="460512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20" dirty="0"/>
          </a:p>
        </p:txBody>
      </p:sp>
      <p:sp>
        <p:nvSpPr>
          <p:cNvPr id="56" name="Text 51"/>
          <p:cNvSpPr/>
          <p:nvPr/>
        </p:nvSpPr>
        <p:spPr>
          <a:xfrm>
            <a:off x="1706400" y="469152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20" dirty="0"/>
          </a:p>
        </p:txBody>
      </p:sp>
      <p:sp>
        <p:nvSpPr>
          <p:cNvPr id="57" name="Text 52"/>
          <p:cNvSpPr/>
          <p:nvPr/>
        </p:nvSpPr>
        <p:spPr>
          <a:xfrm>
            <a:off x="2786400" y="460512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20" dirty="0"/>
          </a:p>
        </p:txBody>
      </p:sp>
      <p:sp>
        <p:nvSpPr>
          <p:cNvPr id="58" name="Text 53"/>
          <p:cNvSpPr/>
          <p:nvPr/>
        </p:nvSpPr>
        <p:spPr>
          <a:xfrm>
            <a:off x="2786400" y="4691520"/>
            <a:ext cx="79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20" dirty="0"/>
          </a:p>
        </p:txBody>
      </p:sp>
      <p:sp>
        <p:nvSpPr>
          <p:cNvPr id="59" name="Shape 54"/>
          <p:cNvSpPr/>
          <p:nvPr/>
        </p:nvSpPr>
        <p:spPr>
          <a:xfrm>
            <a:off x="590400" y="5086800"/>
            <a:ext cx="3081600" cy="151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0" name="Text 55"/>
          <p:cNvSpPr/>
          <p:nvPr/>
        </p:nvSpPr>
        <p:spPr>
          <a:xfrm>
            <a:off x="1670400" y="5104800"/>
            <a:ext cx="1944000" cy="1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 · Válido para o ano lectivo em curso</a:t>
            </a:r>
            <a:endParaRPr lang="en-US" sz="420" dirty="0"/>
          </a:p>
        </p:txBody>
      </p:sp>
      <p:sp>
        <p:nvSpPr>
          <p:cNvPr id="61" name="Shape 56"/>
          <p:cNvSpPr/>
          <p:nvPr/>
        </p:nvSpPr>
        <p:spPr>
          <a:xfrm>
            <a:off x="590400" y="329472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62" name="Shape 57"/>
          <p:cNvSpPr/>
          <p:nvPr/>
        </p:nvSpPr>
        <p:spPr>
          <a:xfrm>
            <a:off x="3888000" y="3294720"/>
            <a:ext cx="3081600" cy="194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58"/>
          <p:cNvSpPr/>
          <p:nvPr/>
        </p:nvSpPr>
        <p:spPr>
          <a:xfrm>
            <a:off x="3888000" y="3294720"/>
            <a:ext cx="3081600" cy="504000"/>
          </a:xfrm>
          <a:prstGeom prst="rect">
            <a:avLst/>
          </a:prstGeom>
          <a:solidFill>
            <a:srgbClr val="12498A"/>
          </a:solidFill>
          <a:ln/>
        </p:spPr>
      </p:sp>
      <p:pic>
        <p:nvPicPr>
          <p:cNvPr id="64" name="Image 3" descr="brasa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6000" y="3373920"/>
            <a:ext cx="345600" cy="360000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4392000" y="335952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500" dirty="0"/>
          </a:p>
        </p:txBody>
      </p:sp>
      <p:sp>
        <p:nvSpPr>
          <p:cNvPr id="66" name="Text 60"/>
          <p:cNvSpPr/>
          <p:nvPr/>
        </p:nvSpPr>
        <p:spPr>
          <a:xfrm>
            <a:off x="4392000" y="3481920"/>
            <a:ext cx="2448000" cy="15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70" dirty="0"/>
          </a:p>
        </p:txBody>
      </p:sp>
      <p:sp>
        <p:nvSpPr>
          <p:cNvPr id="67" name="Text 61"/>
          <p:cNvSpPr/>
          <p:nvPr/>
        </p:nvSpPr>
        <p:spPr>
          <a:xfrm>
            <a:off x="4392000" y="364032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ENSINO PRIMÁRIO</a:t>
            </a:r>
            <a:endParaRPr lang="en-US" sz="480" dirty="0"/>
          </a:p>
        </p:txBody>
      </p:sp>
      <p:sp>
        <p:nvSpPr>
          <p:cNvPr id="68" name="Shape 62"/>
          <p:cNvSpPr/>
          <p:nvPr/>
        </p:nvSpPr>
        <p:spPr>
          <a:xfrm>
            <a:off x="4032000" y="3906720"/>
            <a:ext cx="864000" cy="1116000"/>
          </a:xfrm>
          <a:prstGeom prst="roundRect">
            <a:avLst>
              <a:gd name="adj" fmla="val 6615"/>
            </a:avLst>
          </a:prstGeom>
          <a:solidFill>
            <a:srgbClr val="E2E8F0"/>
          </a:solidFill>
          <a:ln w="18002">
            <a:solidFill>
              <a:srgbClr val="12498A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5004000" y="3885120"/>
            <a:ext cx="18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00" kern="0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620" dirty="0"/>
          </a:p>
        </p:txBody>
      </p:sp>
      <p:sp>
        <p:nvSpPr>
          <p:cNvPr id="70" name="Text 64"/>
          <p:cNvSpPr/>
          <p:nvPr/>
        </p:nvSpPr>
        <p:spPr>
          <a:xfrm>
            <a:off x="5004000" y="4050720"/>
            <a:ext cx="1872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900" dirty="0"/>
          </a:p>
        </p:txBody>
      </p:sp>
      <p:sp>
        <p:nvSpPr>
          <p:cNvPr id="71" name="Text 65"/>
          <p:cNvSpPr/>
          <p:nvPr/>
        </p:nvSpPr>
        <p:spPr>
          <a:xfrm>
            <a:off x="5004000" y="4317120"/>
            <a:ext cx="57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420" dirty="0"/>
          </a:p>
        </p:txBody>
      </p:sp>
      <p:sp>
        <p:nvSpPr>
          <p:cNvPr id="72" name="Text 66"/>
          <p:cNvSpPr/>
          <p:nvPr/>
        </p:nvSpPr>
        <p:spPr>
          <a:xfrm>
            <a:off x="5004000" y="440352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20" dirty="0"/>
          </a:p>
        </p:txBody>
      </p:sp>
      <p:sp>
        <p:nvSpPr>
          <p:cNvPr id="73" name="Text 67"/>
          <p:cNvSpPr/>
          <p:nvPr/>
        </p:nvSpPr>
        <p:spPr>
          <a:xfrm>
            <a:off x="6084000" y="431712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20" dirty="0"/>
          </a:p>
        </p:txBody>
      </p:sp>
      <p:sp>
        <p:nvSpPr>
          <p:cNvPr id="74" name="Text 68"/>
          <p:cNvSpPr/>
          <p:nvPr/>
        </p:nvSpPr>
        <p:spPr>
          <a:xfrm>
            <a:off x="6084000" y="4403520"/>
            <a:ext cx="792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20" dirty="0"/>
          </a:p>
        </p:txBody>
      </p:sp>
      <p:sp>
        <p:nvSpPr>
          <p:cNvPr id="75" name="Text 69"/>
          <p:cNvSpPr/>
          <p:nvPr/>
        </p:nvSpPr>
        <p:spPr>
          <a:xfrm>
            <a:off x="5004000" y="460512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20" dirty="0"/>
          </a:p>
        </p:txBody>
      </p:sp>
      <p:sp>
        <p:nvSpPr>
          <p:cNvPr id="76" name="Text 70"/>
          <p:cNvSpPr/>
          <p:nvPr/>
        </p:nvSpPr>
        <p:spPr>
          <a:xfrm>
            <a:off x="5004000" y="469152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20" dirty="0"/>
          </a:p>
        </p:txBody>
      </p:sp>
      <p:sp>
        <p:nvSpPr>
          <p:cNvPr id="77" name="Text 71"/>
          <p:cNvSpPr/>
          <p:nvPr/>
        </p:nvSpPr>
        <p:spPr>
          <a:xfrm>
            <a:off x="6084000" y="460512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20" dirty="0"/>
          </a:p>
        </p:txBody>
      </p:sp>
      <p:sp>
        <p:nvSpPr>
          <p:cNvPr id="78" name="Text 72"/>
          <p:cNvSpPr/>
          <p:nvPr/>
        </p:nvSpPr>
        <p:spPr>
          <a:xfrm>
            <a:off x="6084000" y="4691520"/>
            <a:ext cx="79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20" dirty="0"/>
          </a:p>
        </p:txBody>
      </p:sp>
      <p:sp>
        <p:nvSpPr>
          <p:cNvPr id="79" name="Shape 73"/>
          <p:cNvSpPr/>
          <p:nvPr/>
        </p:nvSpPr>
        <p:spPr>
          <a:xfrm>
            <a:off x="3888000" y="5086800"/>
            <a:ext cx="3081600" cy="151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0" name="Text 74"/>
          <p:cNvSpPr/>
          <p:nvPr/>
        </p:nvSpPr>
        <p:spPr>
          <a:xfrm>
            <a:off x="4968000" y="5104800"/>
            <a:ext cx="1944000" cy="1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 · Válido para o ano lectivo em curso</a:t>
            </a:r>
            <a:endParaRPr lang="en-US" sz="420" dirty="0"/>
          </a:p>
        </p:txBody>
      </p:sp>
      <p:sp>
        <p:nvSpPr>
          <p:cNvPr id="81" name="Shape 75"/>
          <p:cNvSpPr/>
          <p:nvPr/>
        </p:nvSpPr>
        <p:spPr>
          <a:xfrm>
            <a:off x="3888000" y="329472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82" name="Shape 76"/>
          <p:cNvSpPr/>
          <p:nvPr/>
        </p:nvSpPr>
        <p:spPr>
          <a:xfrm>
            <a:off x="590400" y="5454000"/>
            <a:ext cx="3081600" cy="194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hape 77"/>
          <p:cNvSpPr/>
          <p:nvPr/>
        </p:nvSpPr>
        <p:spPr>
          <a:xfrm>
            <a:off x="590400" y="5454000"/>
            <a:ext cx="3081600" cy="504000"/>
          </a:xfrm>
          <a:prstGeom prst="rect">
            <a:avLst/>
          </a:prstGeom>
          <a:solidFill>
            <a:srgbClr val="12498A"/>
          </a:solidFill>
          <a:ln/>
        </p:spPr>
      </p:sp>
      <p:pic>
        <p:nvPicPr>
          <p:cNvPr id="84" name="Image 4" descr="brasa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00" y="5533200"/>
            <a:ext cx="345600" cy="360000"/>
          </a:xfrm>
          <a:prstGeom prst="rect">
            <a:avLst/>
          </a:prstGeom>
        </p:spPr>
      </p:pic>
      <p:sp>
        <p:nvSpPr>
          <p:cNvPr id="85" name="Text 78"/>
          <p:cNvSpPr/>
          <p:nvPr/>
        </p:nvSpPr>
        <p:spPr>
          <a:xfrm>
            <a:off x="1094400" y="551880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500" dirty="0"/>
          </a:p>
        </p:txBody>
      </p:sp>
      <p:sp>
        <p:nvSpPr>
          <p:cNvPr id="86" name="Text 79"/>
          <p:cNvSpPr/>
          <p:nvPr/>
        </p:nvSpPr>
        <p:spPr>
          <a:xfrm>
            <a:off x="1094400" y="5641200"/>
            <a:ext cx="2448000" cy="15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70" dirty="0"/>
          </a:p>
        </p:txBody>
      </p:sp>
      <p:sp>
        <p:nvSpPr>
          <p:cNvPr id="87" name="Text 80"/>
          <p:cNvSpPr/>
          <p:nvPr/>
        </p:nvSpPr>
        <p:spPr>
          <a:xfrm>
            <a:off x="1094400" y="579960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ENSINO PRIMÁRIO</a:t>
            </a:r>
            <a:endParaRPr lang="en-US" sz="480" dirty="0"/>
          </a:p>
        </p:txBody>
      </p:sp>
      <p:sp>
        <p:nvSpPr>
          <p:cNvPr id="88" name="Shape 81"/>
          <p:cNvSpPr/>
          <p:nvPr/>
        </p:nvSpPr>
        <p:spPr>
          <a:xfrm>
            <a:off x="734400" y="6066000"/>
            <a:ext cx="864000" cy="1116000"/>
          </a:xfrm>
          <a:prstGeom prst="roundRect">
            <a:avLst>
              <a:gd name="adj" fmla="val 6615"/>
            </a:avLst>
          </a:prstGeom>
          <a:solidFill>
            <a:srgbClr val="E2E8F0"/>
          </a:solidFill>
          <a:ln w="18002">
            <a:solidFill>
              <a:srgbClr val="12498A"/>
            </a:solidFill>
            <a:prstDash val="solid"/>
          </a:ln>
        </p:spPr>
      </p:sp>
      <p:sp>
        <p:nvSpPr>
          <p:cNvPr id="89" name="Text 82"/>
          <p:cNvSpPr/>
          <p:nvPr/>
        </p:nvSpPr>
        <p:spPr>
          <a:xfrm>
            <a:off x="1706400" y="6044400"/>
            <a:ext cx="18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00" kern="0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620" dirty="0"/>
          </a:p>
        </p:txBody>
      </p:sp>
      <p:sp>
        <p:nvSpPr>
          <p:cNvPr id="90" name="Text 83"/>
          <p:cNvSpPr/>
          <p:nvPr/>
        </p:nvSpPr>
        <p:spPr>
          <a:xfrm>
            <a:off x="1706400" y="6210000"/>
            <a:ext cx="1872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900" dirty="0"/>
          </a:p>
        </p:txBody>
      </p:sp>
      <p:sp>
        <p:nvSpPr>
          <p:cNvPr id="91" name="Text 84"/>
          <p:cNvSpPr/>
          <p:nvPr/>
        </p:nvSpPr>
        <p:spPr>
          <a:xfrm>
            <a:off x="1706400" y="6476400"/>
            <a:ext cx="57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420" dirty="0"/>
          </a:p>
        </p:txBody>
      </p:sp>
      <p:sp>
        <p:nvSpPr>
          <p:cNvPr id="92" name="Text 85"/>
          <p:cNvSpPr/>
          <p:nvPr/>
        </p:nvSpPr>
        <p:spPr>
          <a:xfrm>
            <a:off x="1706400" y="656280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20" dirty="0"/>
          </a:p>
        </p:txBody>
      </p:sp>
      <p:sp>
        <p:nvSpPr>
          <p:cNvPr id="93" name="Text 86"/>
          <p:cNvSpPr/>
          <p:nvPr/>
        </p:nvSpPr>
        <p:spPr>
          <a:xfrm>
            <a:off x="2786400" y="6476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20" dirty="0"/>
          </a:p>
        </p:txBody>
      </p:sp>
      <p:sp>
        <p:nvSpPr>
          <p:cNvPr id="94" name="Text 87"/>
          <p:cNvSpPr/>
          <p:nvPr/>
        </p:nvSpPr>
        <p:spPr>
          <a:xfrm>
            <a:off x="2786400" y="6562800"/>
            <a:ext cx="792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20" dirty="0"/>
          </a:p>
        </p:txBody>
      </p:sp>
      <p:sp>
        <p:nvSpPr>
          <p:cNvPr id="95" name="Text 88"/>
          <p:cNvSpPr/>
          <p:nvPr/>
        </p:nvSpPr>
        <p:spPr>
          <a:xfrm>
            <a:off x="1706400" y="6764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20" dirty="0"/>
          </a:p>
        </p:txBody>
      </p:sp>
      <p:sp>
        <p:nvSpPr>
          <p:cNvPr id="96" name="Text 89"/>
          <p:cNvSpPr/>
          <p:nvPr/>
        </p:nvSpPr>
        <p:spPr>
          <a:xfrm>
            <a:off x="1706400" y="685080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20" dirty="0"/>
          </a:p>
        </p:txBody>
      </p:sp>
      <p:sp>
        <p:nvSpPr>
          <p:cNvPr id="97" name="Text 90"/>
          <p:cNvSpPr/>
          <p:nvPr/>
        </p:nvSpPr>
        <p:spPr>
          <a:xfrm>
            <a:off x="2786400" y="6764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20" dirty="0"/>
          </a:p>
        </p:txBody>
      </p:sp>
      <p:sp>
        <p:nvSpPr>
          <p:cNvPr id="98" name="Text 91"/>
          <p:cNvSpPr/>
          <p:nvPr/>
        </p:nvSpPr>
        <p:spPr>
          <a:xfrm>
            <a:off x="2786400" y="6850800"/>
            <a:ext cx="79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20" dirty="0"/>
          </a:p>
        </p:txBody>
      </p:sp>
      <p:sp>
        <p:nvSpPr>
          <p:cNvPr id="99" name="Shape 92"/>
          <p:cNvSpPr/>
          <p:nvPr/>
        </p:nvSpPr>
        <p:spPr>
          <a:xfrm>
            <a:off x="590400" y="7246080"/>
            <a:ext cx="3081600" cy="151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0" name="Text 93"/>
          <p:cNvSpPr/>
          <p:nvPr/>
        </p:nvSpPr>
        <p:spPr>
          <a:xfrm>
            <a:off x="1670400" y="7264080"/>
            <a:ext cx="1944000" cy="1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 · Válido para o ano lectivo em curso</a:t>
            </a:r>
            <a:endParaRPr lang="en-US" sz="420" dirty="0"/>
          </a:p>
        </p:txBody>
      </p:sp>
      <p:sp>
        <p:nvSpPr>
          <p:cNvPr id="101" name="Shape 94"/>
          <p:cNvSpPr/>
          <p:nvPr/>
        </p:nvSpPr>
        <p:spPr>
          <a:xfrm>
            <a:off x="590400" y="545400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02" name="Shape 95"/>
          <p:cNvSpPr/>
          <p:nvPr/>
        </p:nvSpPr>
        <p:spPr>
          <a:xfrm>
            <a:off x="3888000" y="5454000"/>
            <a:ext cx="3081600" cy="194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Shape 96"/>
          <p:cNvSpPr/>
          <p:nvPr/>
        </p:nvSpPr>
        <p:spPr>
          <a:xfrm>
            <a:off x="3888000" y="5454000"/>
            <a:ext cx="3081600" cy="504000"/>
          </a:xfrm>
          <a:prstGeom prst="rect">
            <a:avLst/>
          </a:prstGeom>
          <a:solidFill>
            <a:srgbClr val="12498A"/>
          </a:solidFill>
          <a:ln/>
        </p:spPr>
      </p:sp>
      <p:pic>
        <p:nvPicPr>
          <p:cNvPr id="104" name="Image 5" descr="brasa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6000" y="5533200"/>
            <a:ext cx="345600" cy="360000"/>
          </a:xfrm>
          <a:prstGeom prst="rect">
            <a:avLst/>
          </a:prstGeom>
        </p:spPr>
      </p:pic>
      <p:sp>
        <p:nvSpPr>
          <p:cNvPr id="105" name="Text 97"/>
          <p:cNvSpPr/>
          <p:nvPr/>
        </p:nvSpPr>
        <p:spPr>
          <a:xfrm>
            <a:off x="4392000" y="551880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500" dirty="0"/>
          </a:p>
        </p:txBody>
      </p:sp>
      <p:sp>
        <p:nvSpPr>
          <p:cNvPr id="106" name="Text 98"/>
          <p:cNvSpPr/>
          <p:nvPr/>
        </p:nvSpPr>
        <p:spPr>
          <a:xfrm>
            <a:off x="4392000" y="5641200"/>
            <a:ext cx="2448000" cy="15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70" dirty="0"/>
          </a:p>
        </p:txBody>
      </p:sp>
      <p:sp>
        <p:nvSpPr>
          <p:cNvPr id="107" name="Text 99"/>
          <p:cNvSpPr/>
          <p:nvPr/>
        </p:nvSpPr>
        <p:spPr>
          <a:xfrm>
            <a:off x="4392000" y="579960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ENSINO PRIMÁRIO</a:t>
            </a:r>
            <a:endParaRPr lang="en-US" sz="480" dirty="0"/>
          </a:p>
        </p:txBody>
      </p:sp>
      <p:sp>
        <p:nvSpPr>
          <p:cNvPr id="108" name="Shape 100"/>
          <p:cNvSpPr/>
          <p:nvPr/>
        </p:nvSpPr>
        <p:spPr>
          <a:xfrm>
            <a:off x="4032000" y="6066000"/>
            <a:ext cx="864000" cy="1116000"/>
          </a:xfrm>
          <a:prstGeom prst="roundRect">
            <a:avLst>
              <a:gd name="adj" fmla="val 6615"/>
            </a:avLst>
          </a:prstGeom>
          <a:solidFill>
            <a:srgbClr val="E2E8F0"/>
          </a:solidFill>
          <a:ln w="18002">
            <a:solidFill>
              <a:srgbClr val="12498A"/>
            </a:solidFill>
            <a:prstDash val="solid"/>
          </a:ln>
        </p:spPr>
      </p:sp>
      <p:sp>
        <p:nvSpPr>
          <p:cNvPr id="109" name="Text 101"/>
          <p:cNvSpPr/>
          <p:nvPr/>
        </p:nvSpPr>
        <p:spPr>
          <a:xfrm>
            <a:off x="5004000" y="6044400"/>
            <a:ext cx="18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00" kern="0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620" dirty="0"/>
          </a:p>
        </p:txBody>
      </p:sp>
      <p:sp>
        <p:nvSpPr>
          <p:cNvPr id="110" name="Text 102"/>
          <p:cNvSpPr/>
          <p:nvPr/>
        </p:nvSpPr>
        <p:spPr>
          <a:xfrm>
            <a:off x="5004000" y="6210000"/>
            <a:ext cx="1872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900" dirty="0"/>
          </a:p>
        </p:txBody>
      </p:sp>
      <p:sp>
        <p:nvSpPr>
          <p:cNvPr id="111" name="Text 103"/>
          <p:cNvSpPr/>
          <p:nvPr/>
        </p:nvSpPr>
        <p:spPr>
          <a:xfrm>
            <a:off x="5004000" y="6476400"/>
            <a:ext cx="57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420" dirty="0"/>
          </a:p>
        </p:txBody>
      </p:sp>
      <p:sp>
        <p:nvSpPr>
          <p:cNvPr id="112" name="Text 104"/>
          <p:cNvSpPr/>
          <p:nvPr/>
        </p:nvSpPr>
        <p:spPr>
          <a:xfrm>
            <a:off x="5004000" y="656280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20" dirty="0"/>
          </a:p>
        </p:txBody>
      </p:sp>
      <p:sp>
        <p:nvSpPr>
          <p:cNvPr id="113" name="Text 105"/>
          <p:cNvSpPr/>
          <p:nvPr/>
        </p:nvSpPr>
        <p:spPr>
          <a:xfrm>
            <a:off x="6084000" y="6476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20" dirty="0"/>
          </a:p>
        </p:txBody>
      </p:sp>
      <p:sp>
        <p:nvSpPr>
          <p:cNvPr id="114" name="Text 106"/>
          <p:cNvSpPr/>
          <p:nvPr/>
        </p:nvSpPr>
        <p:spPr>
          <a:xfrm>
            <a:off x="6084000" y="6562800"/>
            <a:ext cx="792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20" dirty="0"/>
          </a:p>
        </p:txBody>
      </p:sp>
      <p:sp>
        <p:nvSpPr>
          <p:cNvPr id="115" name="Text 107"/>
          <p:cNvSpPr/>
          <p:nvPr/>
        </p:nvSpPr>
        <p:spPr>
          <a:xfrm>
            <a:off x="5004000" y="6764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20" dirty="0"/>
          </a:p>
        </p:txBody>
      </p:sp>
      <p:sp>
        <p:nvSpPr>
          <p:cNvPr id="116" name="Text 108"/>
          <p:cNvSpPr/>
          <p:nvPr/>
        </p:nvSpPr>
        <p:spPr>
          <a:xfrm>
            <a:off x="5004000" y="685080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20" dirty="0"/>
          </a:p>
        </p:txBody>
      </p:sp>
      <p:sp>
        <p:nvSpPr>
          <p:cNvPr id="117" name="Text 109"/>
          <p:cNvSpPr/>
          <p:nvPr/>
        </p:nvSpPr>
        <p:spPr>
          <a:xfrm>
            <a:off x="6084000" y="6764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20" dirty="0"/>
          </a:p>
        </p:txBody>
      </p:sp>
      <p:sp>
        <p:nvSpPr>
          <p:cNvPr id="118" name="Text 110"/>
          <p:cNvSpPr/>
          <p:nvPr/>
        </p:nvSpPr>
        <p:spPr>
          <a:xfrm>
            <a:off x="6084000" y="6850800"/>
            <a:ext cx="79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20" dirty="0"/>
          </a:p>
        </p:txBody>
      </p:sp>
      <p:sp>
        <p:nvSpPr>
          <p:cNvPr id="119" name="Shape 111"/>
          <p:cNvSpPr/>
          <p:nvPr/>
        </p:nvSpPr>
        <p:spPr>
          <a:xfrm>
            <a:off x="3888000" y="7246080"/>
            <a:ext cx="3081600" cy="151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0" name="Text 112"/>
          <p:cNvSpPr/>
          <p:nvPr/>
        </p:nvSpPr>
        <p:spPr>
          <a:xfrm>
            <a:off x="4968000" y="7264080"/>
            <a:ext cx="1944000" cy="1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 · Válido para o ano lectivo em curso</a:t>
            </a:r>
            <a:endParaRPr lang="en-US" sz="420" dirty="0"/>
          </a:p>
        </p:txBody>
      </p:sp>
      <p:sp>
        <p:nvSpPr>
          <p:cNvPr id="121" name="Shape 113"/>
          <p:cNvSpPr/>
          <p:nvPr/>
        </p:nvSpPr>
        <p:spPr>
          <a:xfrm>
            <a:off x="3888000" y="545400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22" name="Shape 114"/>
          <p:cNvSpPr/>
          <p:nvPr/>
        </p:nvSpPr>
        <p:spPr>
          <a:xfrm>
            <a:off x="590400" y="7613280"/>
            <a:ext cx="3081600" cy="194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Shape 115"/>
          <p:cNvSpPr/>
          <p:nvPr/>
        </p:nvSpPr>
        <p:spPr>
          <a:xfrm>
            <a:off x="590400" y="7613280"/>
            <a:ext cx="3081600" cy="504000"/>
          </a:xfrm>
          <a:prstGeom prst="rect">
            <a:avLst/>
          </a:prstGeom>
          <a:solidFill>
            <a:srgbClr val="12498A"/>
          </a:solidFill>
          <a:ln/>
        </p:spPr>
      </p:sp>
      <p:pic>
        <p:nvPicPr>
          <p:cNvPr id="124" name="Image 6" descr="brasa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400" y="7692480"/>
            <a:ext cx="345600" cy="360000"/>
          </a:xfrm>
          <a:prstGeom prst="rect">
            <a:avLst/>
          </a:prstGeom>
        </p:spPr>
      </p:pic>
      <p:sp>
        <p:nvSpPr>
          <p:cNvPr id="125" name="Text 116"/>
          <p:cNvSpPr/>
          <p:nvPr/>
        </p:nvSpPr>
        <p:spPr>
          <a:xfrm>
            <a:off x="1094400" y="767808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500" dirty="0"/>
          </a:p>
        </p:txBody>
      </p:sp>
      <p:sp>
        <p:nvSpPr>
          <p:cNvPr id="126" name="Text 117"/>
          <p:cNvSpPr/>
          <p:nvPr/>
        </p:nvSpPr>
        <p:spPr>
          <a:xfrm>
            <a:off x="1094400" y="7800480"/>
            <a:ext cx="2448000" cy="15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70" dirty="0"/>
          </a:p>
        </p:txBody>
      </p:sp>
      <p:sp>
        <p:nvSpPr>
          <p:cNvPr id="127" name="Text 118"/>
          <p:cNvSpPr/>
          <p:nvPr/>
        </p:nvSpPr>
        <p:spPr>
          <a:xfrm>
            <a:off x="1094400" y="795888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ENSINO PRIMÁRIO</a:t>
            </a:r>
            <a:endParaRPr lang="en-US" sz="480" dirty="0"/>
          </a:p>
        </p:txBody>
      </p:sp>
      <p:sp>
        <p:nvSpPr>
          <p:cNvPr id="128" name="Shape 119"/>
          <p:cNvSpPr/>
          <p:nvPr/>
        </p:nvSpPr>
        <p:spPr>
          <a:xfrm>
            <a:off x="734400" y="8225280"/>
            <a:ext cx="864000" cy="1116000"/>
          </a:xfrm>
          <a:prstGeom prst="roundRect">
            <a:avLst>
              <a:gd name="adj" fmla="val 6615"/>
            </a:avLst>
          </a:prstGeom>
          <a:solidFill>
            <a:srgbClr val="E2E8F0"/>
          </a:solidFill>
          <a:ln w="18002">
            <a:solidFill>
              <a:srgbClr val="12498A"/>
            </a:solidFill>
            <a:prstDash val="solid"/>
          </a:ln>
        </p:spPr>
      </p:sp>
      <p:sp>
        <p:nvSpPr>
          <p:cNvPr id="129" name="Text 120"/>
          <p:cNvSpPr/>
          <p:nvPr/>
        </p:nvSpPr>
        <p:spPr>
          <a:xfrm>
            <a:off x="1706400" y="8203680"/>
            <a:ext cx="18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00" kern="0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620" dirty="0"/>
          </a:p>
        </p:txBody>
      </p:sp>
      <p:sp>
        <p:nvSpPr>
          <p:cNvPr id="130" name="Text 121"/>
          <p:cNvSpPr/>
          <p:nvPr/>
        </p:nvSpPr>
        <p:spPr>
          <a:xfrm>
            <a:off x="1706400" y="8369280"/>
            <a:ext cx="1872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900" dirty="0"/>
          </a:p>
        </p:txBody>
      </p:sp>
      <p:sp>
        <p:nvSpPr>
          <p:cNvPr id="131" name="Text 122"/>
          <p:cNvSpPr/>
          <p:nvPr/>
        </p:nvSpPr>
        <p:spPr>
          <a:xfrm>
            <a:off x="1706400" y="8635680"/>
            <a:ext cx="57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420" dirty="0"/>
          </a:p>
        </p:txBody>
      </p:sp>
      <p:sp>
        <p:nvSpPr>
          <p:cNvPr id="132" name="Text 123"/>
          <p:cNvSpPr/>
          <p:nvPr/>
        </p:nvSpPr>
        <p:spPr>
          <a:xfrm>
            <a:off x="1706400" y="872208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20" dirty="0"/>
          </a:p>
        </p:txBody>
      </p:sp>
      <p:sp>
        <p:nvSpPr>
          <p:cNvPr id="133" name="Text 124"/>
          <p:cNvSpPr/>
          <p:nvPr/>
        </p:nvSpPr>
        <p:spPr>
          <a:xfrm>
            <a:off x="2786400" y="863568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20" dirty="0"/>
          </a:p>
        </p:txBody>
      </p:sp>
      <p:sp>
        <p:nvSpPr>
          <p:cNvPr id="134" name="Text 125"/>
          <p:cNvSpPr/>
          <p:nvPr/>
        </p:nvSpPr>
        <p:spPr>
          <a:xfrm>
            <a:off x="2786400" y="8722080"/>
            <a:ext cx="792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20" dirty="0"/>
          </a:p>
        </p:txBody>
      </p:sp>
      <p:sp>
        <p:nvSpPr>
          <p:cNvPr id="135" name="Text 126"/>
          <p:cNvSpPr/>
          <p:nvPr/>
        </p:nvSpPr>
        <p:spPr>
          <a:xfrm>
            <a:off x="1706400" y="892368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20" dirty="0"/>
          </a:p>
        </p:txBody>
      </p:sp>
      <p:sp>
        <p:nvSpPr>
          <p:cNvPr id="136" name="Text 127"/>
          <p:cNvSpPr/>
          <p:nvPr/>
        </p:nvSpPr>
        <p:spPr>
          <a:xfrm>
            <a:off x="1706400" y="901008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20" dirty="0"/>
          </a:p>
        </p:txBody>
      </p:sp>
      <p:sp>
        <p:nvSpPr>
          <p:cNvPr id="137" name="Text 128"/>
          <p:cNvSpPr/>
          <p:nvPr/>
        </p:nvSpPr>
        <p:spPr>
          <a:xfrm>
            <a:off x="2786400" y="892368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20" dirty="0"/>
          </a:p>
        </p:txBody>
      </p:sp>
      <p:sp>
        <p:nvSpPr>
          <p:cNvPr id="138" name="Text 129"/>
          <p:cNvSpPr/>
          <p:nvPr/>
        </p:nvSpPr>
        <p:spPr>
          <a:xfrm>
            <a:off x="2786400" y="9010080"/>
            <a:ext cx="79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20" dirty="0"/>
          </a:p>
        </p:txBody>
      </p:sp>
      <p:sp>
        <p:nvSpPr>
          <p:cNvPr id="139" name="Shape 130"/>
          <p:cNvSpPr/>
          <p:nvPr/>
        </p:nvSpPr>
        <p:spPr>
          <a:xfrm>
            <a:off x="590400" y="9405360"/>
            <a:ext cx="3081600" cy="151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0" name="Text 131"/>
          <p:cNvSpPr/>
          <p:nvPr/>
        </p:nvSpPr>
        <p:spPr>
          <a:xfrm>
            <a:off x="1670400" y="9423360"/>
            <a:ext cx="1944000" cy="1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 · Válido para o ano lectivo em curso</a:t>
            </a:r>
            <a:endParaRPr lang="en-US" sz="420" dirty="0"/>
          </a:p>
        </p:txBody>
      </p:sp>
      <p:sp>
        <p:nvSpPr>
          <p:cNvPr id="141" name="Shape 132"/>
          <p:cNvSpPr/>
          <p:nvPr/>
        </p:nvSpPr>
        <p:spPr>
          <a:xfrm>
            <a:off x="590400" y="761328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42" name="Shape 133"/>
          <p:cNvSpPr/>
          <p:nvPr/>
        </p:nvSpPr>
        <p:spPr>
          <a:xfrm>
            <a:off x="3888000" y="7613280"/>
            <a:ext cx="3081600" cy="194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3" name="Shape 134"/>
          <p:cNvSpPr/>
          <p:nvPr/>
        </p:nvSpPr>
        <p:spPr>
          <a:xfrm>
            <a:off x="3888000" y="7613280"/>
            <a:ext cx="3081600" cy="504000"/>
          </a:xfrm>
          <a:prstGeom prst="rect">
            <a:avLst/>
          </a:prstGeom>
          <a:solidFill>
            <a:srgbClr val="12498A"/>
          </a:solidFill>
          <a:ln/>
        </p:spPr>
      </p:sp>
      <p:pic>
        <p:nvPicPr>
          <p:cNvPr id="144" name="Image 7" descr="brasa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6000" y="7692480"/>
            <a:ext cx="345600" cy="360000"/>
          </a:xfrm>
          <a:prstGeom prst="rect">
            <a:avLst/>
          </a:prstGeom>
        </p:spPr>
      </p:pic>
      <p:sp>
        <p:nvSpPr>
          <p:cNvPr id="145" name="Text 135"/>
          <p:cNvSpPr/>
          <p:nvPr/>
        </p:nvSpPr>
        <p:spPr>
          <a:xfrm>
            <a:off x="4392000" y="767808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500" dirty="0"/>
          </a:p>
        </p:txBody>
      </p:sp>
      <p:sp>
        <p:nvSpPr>
          <p:cNvPr id="146" name="Text 136"/>
          <p:cNvSpPr/>
          <p:nvPr/>
        </p:nvSpPr>
        <p:spPr>
          <a:xfrm>
            <a:off x="4392000" y="7800480"/>
            <a:ext cx="2448000" cy="15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70" dirty="0"/>
          </a:p>
        </p:txBody>
      </p:sp>
      <p:sp>
        <p:nvSpPr>
          <p:cNvPr id="147" name="Text 137"/>
          <p:cNvSpPr/>
          <p:nvPr/>
        </p:nvSpPr>
        <p:spPr>
          <a:xfrm>
            <a:off x="4392000" y="795888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ENSINO PRIMÁRIO</a:t>
            </a:r>
            <a:endParaRPr lang="en-US" sz="480" dirty="0"/>
          </a:p>
        </p:txBody>
      </p:sp>
      <p:sp>
        <p:nvSpPr>
          <p:cNvPr id="148" name="Shape 138"/>
          <p:cNvSpPr/>
          <p:nvPr/>
        </p:nvSpPr>
        <p:spPr>
          <a:xfrm>
            <a:off x="4032000" y="8225280"/>
            <a:ext cx="864000" cy="1116000"/>
          </a:xfrm>
          <a:prstGeom prst="roundRect">
            <a:avLst>
              <a:gd name="adj" fmla="val 6615"/>
            </a:avLst>
          </a:prstGeom>
          <a:solidFill>
            <a:srgbClr val="E2E8F0"/>
          </a:solidFill>
          <a:ln w="18002">
            <a:solidFill>
              <a:srgbClr val="12498A"/>
            </a:solidFill>
            <a:prstDash val="solid"/>
          </a:ln>
        </p:spPr>
      </p:sp>
      <p:sp>
        <p:nvSpPr>
          <p:cNvPr id="149" name="Text 139"/>
          <p:cNvSpPr/>
          <p:nvPr/>
        </p:nvSpPr>
        <p:spPr>
          <a:xfrm>
            <a:off x="5004000" y="8203680"/>
            <a:ext cx="18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00" kern="0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620" dirty="0"/>
          </a:p>
        </p:txBody>
      </p:sp>
      <p:sp>
        <p:nvSpPr>
          <p:cNvPr id="150" name="Text 140"/>
          <p:cNvSpPr/>
          <p:nvPr/>
        </p:nvSpPr>
        <p:spPr>
          <a:xfrm>
            <a:off x="5004000" y="8369280"/>
            <a:ext cx="1872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900" dirty="0"/>
          </a:p>
        </p:txBody>
      </p:sp>
      <p:sp>
        <p:nvSpPr>
          <p:cNvPr id="151" name="Text 141"/>
          <p:cNvSpPr/>
          <p:nvPr/>
        </p:nvSpPr>
        <p:spPr>
          <a:xfrm>
            <a:off x="5004000" y="8635680"/>
            <a:ext cx="57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420" dirty="0"/>
          </a:p>
        </p:txBody>
      </p:sp>
      <p:sp>
        <p:nvSpPr>
          <p:cNvPr id="152" name="Text 142"/>
          <p:cNvSpPr/>
          <p:nvPr/>
        </p:nvSpPr>
        <p:spPr>
          <a:xfrm>
            <a:off x="5004000" y="872208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20" dirty="0"/>
          </a:p>
        </p:txBody>
      </p:sp>
      <p:sp>
        <p:nvSpPr>
          <p:cNvPr id="153" name="Text 143"/>
          <p:cNvSpPr/>
          <p:nvPr/>
        </p:nvSpPr>
        <p:spPr>
          <a:xfrm>
            <a:off x="6084000" y="863568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20" dirty="0"/>
          </a:p>
        </p:txBody>
      </p:sp>
      <p:sp>
        <p:nvSpPr>
          <p:cNvPr id="154" name="Text 144"/>
          <p:cNvSpPr/>
          <p:nvPr/>
        </p:nvSpPr>
        <p:spPr>
          <a:xfrm>
            <a:off x="6084000" y="8722080"/>
            <a:ext cx="792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20" dirty="0"/>
          </a:p>
        </p:txBody>
      </p:sp>
      <p:sp>
        <p:nvSpPr>
          <p:cNvPr id="155" name="Text 145"/>
          <p:cNvSpPr/>
          <p:nvPr/>
        </p:nvSpPr>
        <p:spPr>
          <a:xfrm>
            <a:off x="5004000" y="892368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20" dirty="0"/>
          </a:p>
        </p:txBody>
      </p:sp>
      <p:sp>
        <p:nvSpPr>
          <p:cNvPr id="156" name="Text 146"/>
          <p:cNvSpPr/>
          <p:nvPr/>
        </p:nvSpPr>
        <p:spPr>
          <a:xfrm>
            <a:off x="5004000" y="901008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20" dirty="0"/>
          </a:p>
        </p:txBody>
      </p:sp>
      <p:sp>
        <p:nvSpPr>
          <p:cNvPr id="157" name="Text 147"/>
          <p:cNvSpPr/>
          <p:nvPr/>
        </p:nvSpPr>
        <p:spPr>
          <a:xfrm>
            <a:off x="6084000" y="892368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20" dirty="0"/>
          </a:p>
        </p:txBody>
      </p:sp>
      <p:sp>
        <p:nvSpPr>
          <p:cNvPr id="158" name="Text 148"/>
          <p:cNvSpPr/>
          <p:nvPr/>
        </p:nvSpPr>
        <p:spPr>
          <a:xfrm>
            <a:off x="6084000" y="9010080"/>
            <a:ext cx="79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20" dirty="0"/>
          </a:p>
        </p:txBody>
      </p:sp>
      <p:sp>
        <p:nvSpPr>
          <p:cNvPr id="159" name="Shape 149"/>
          <p:cNvSpPr/>
          <p:nvPr/>
        </p:nvSpPr>
        <p:spPr>
          <a:xfrm>
            <a:off x="3888000" y="9405360"/>
            <a:ext cx="3081600" cy="151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0" name="Text 150"/>
          <p:cNvSpPr/>
          <p:nvPr/>
        </p:nvSpPr>
        <p:spPr>
          <a:xfrm>
            <a:off x="4968000" y="9423360"/>
            <a:ext cx="1944000" cy="1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 · Válido para o ano lectivo em curso</a:t>
            </a:r>
            <a:endParaRPr lang="en-US" sz="420" dirty="0"/>
          </a:p>
        </p:txBody>
      </p:sp>
      <p:sp>
        <p:nvSpPr>
          <p:cNvPr id="161" name="Shape 151"/>
          <p:cNvSpPr/>
          <p:nvPr/>
        </p:nvSpPr>
        <p:spPr>
          <a:xfrm>
            <a:off x="3888000" y="761328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62" name="Text 152"/>
          <p:cNvSpPr/>
          <p:nvPr/>
        </p:nvSpPr>
        <p:spPr>
          <a:xfrm>
            <a:off x="144000" y="10476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Frente · folha 1/2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02400" y="114984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249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02400" y="114984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12498A"/>
          </a:solidFill>
          <a:ln/>
        </p:spPr>
      </p:sp>
      <p:sp>
        <p:nvSpPr>
          <p:cNvPr id="4" name="Text 2"/>
          <p:cNvSpPr/>
          <p:nvPr/>
        </p:nvSpPr>
        <p:spPr>
          <a:xfrm>
            <a:off x="4032000" y="120024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4032000" y="145944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6" name="Text 4"/>
          <p:cNvSpPr/>
          <p:nvPr/>
        </p:nvSpPr>
        <p:spPr>
          <a:xfrm>
            <a:off x="4032000" y="2179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032000" y="2341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032000" y="2503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9" name="Image 0" descr="QR de valid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0000" y="1603440"/>
            <a:ext cx="720000" cy="720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76000" y="235944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11" name="Text 8"/>
          <p:cNvSpPr/>
          <p:nvPr/>
        </p:nvSpPr>
        <p:spPr>
          <a:xfrm>
            <a:off x="4032000" y="274104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12" name="Shape 9"/>
          <p:cNvSpPr/>
          <p:nvPr/>
        </p:nvSpPr>
        <p:spPr>
          <a:xfrm>
            <a:off x="38880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04800" y="114984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249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4800" y="114984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12498A"/>
          </a:solidFill>
          <a:ln/>
        </p:spPr>
      </p:sp>
      <p:sp>
        <p:nvSpPr>
          <p:cNvPr id="15" name="Text 12"/>
          <p:cNvSpPr/>
          <p:nvPr/>
        </p:nvSpPr>
        <p:spPr>
          <a:xfrm>
            <a:off x="734400" y="120024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16" name="Text 13"/>
          <p:cNvSpPr/>
          <p:nvPr/>
        </p:nvSpPr>
        <p:spPr>
          <a:xfrm>
            <a:off x="734400" y="145944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17" name="Text 14"/>
          <p:cNvSpPr/>
          <p:nvPr/>
        </p:nvSpPr>
        <p:spPr>
          <a:xfrm>
            <a:off x="734400" y="2179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734400" y="2341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734400" y="2503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20" name="Image 1" descr="QR de valid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400" y="1603440"/>
            <a:ext cx="720000" cy="7200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678400" y="235944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22" name="Text 18"/>
          <p:cNvSpPr/>
          <p:nvPr/>
        </p:nvSpPr>
        <p:spPr>
          <a:xfrm>
            <a:off x="734400" y="274104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23" name="Shape 19"/>
          <p:cNvSpPr/>
          <p:nvPr/>
        </p:nvSpPr>
        <p:spPr>
          <a:xfrm>
            <a:off x="5904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24" name="Shape 20"/>
          <p:cNvSpPr/>
          <p:nvPr/>
        </p:nvSpPr>
        <p:spPr>
          <a:xfrm>
            <a:off x="3902400" y="330912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2498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902400" y="330912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12498A"/>
          </a:solidFill>
          <a:ln/>
        </p:spPr>
      </p:sp>
      <p:sp>
        <p:nvSpPr>
          <p:cNvPr id="26" name="Text 22"/>
          <p:cNvSpPr/>
          <p:nvPr/>
        </p:nvSpPr>
        <p:spPr>
          <a:xfrm>
            <a:off x="4032000" y="335952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27" name="Text 23"/>
          <p:cNvSpPr/>
          <p:nvPr/>
        </p:nvSpPr>
        <p:spPr>
          <a:xfrm>
            <a:off x="4032000" y="361872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28" name="Text 24"/>
          <p:cNvSpPr/>
          <p:nvPr/>
        </p:nvSpPr>
        <p:spPr>
          <a:xfrm>
            <a:off x="4032000" y="433872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4032000" y="450072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4032000" y="466272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31" name="Image 2" descr="QR de validaç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3762720"/>
            <a:ext cx="720000" cy="7200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976000" y="451872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33" name="Text 28"/>
          <p:cNvSpPr/>
          <p:nvPr/>
        </p:nvSpPr>
        <p:spPr>
          <a:xfrm>
            <a:off x="4032000" y="490032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34" name="Shape 29"/>
          <p:cNvSpPr/>
          <p:nvPr/>
        </p:nvSpPr>
        <p:spPr>
          <a:xfrm>
            <a:off x="3888000" y="329472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35" name="Shape 30"/>
          <p:cNvSpPr/>
          <p:nvPr/>
        </p:nvSpPr>
        <p:spPr>
          <a:xfrm>
            <a:off x="604800" y="330912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2498A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04800" y="330912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12498A"/>
          </a:solidFill>
          <a:ln/>
        </p:spPr>
      </p:sp>
      <p:sp>
        <p:nvSpPr>
          <p:cNvPr id="37" name="Text 32"/>
          <p:cNvSpPr/>
          <p:nvPr/>
        </p:nvSpPr>
        <p:spPr>
          <a:xfrm>
            <a:off x="734400" y="335952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38" name="Text 33"/>
          <p:cNvSpPr/>
          <p:nvPr/>
        </p:nvSpPr>
        <p:spPr>
          <a:xfrm>
            <a:off x="734400" y="361872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39" name="Text 34"/>
          <p:cNvSpPr/>
          <p:nvPr/>
        </p:nvSpPr>
        <p:spPr>
          <a:xfrm>
            <a:off x="734400" y="433872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40" name="Text 35"/>
          <p:cNvSpPr/>
          <p:nvPr/>
        </p:nvSpPr>
        <p:spPr>
          <a:xfrm>
            <a:off x="734400" y="450072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41" name="Text 36"/>
          <p:cNvSpPr/>
          <p:nvPr/>
        </p:nvSpPr>
        <p:spPr>
          <a:xfrm>
            <a:off x="734400" y="466272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42" name="Image 3" descr="QR de validaçã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400" y="3762720"/>
            <a:ext cx="720000" cy="72000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2678400" y="451872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44" name="Text 38"/>
          <p:cNvSpPr/>
          <p:nvPr/>
        </p:nvSpPr>
        <p:spPr>
          <a:xfrm>
            <a:off x="734400" y="490032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45" name="Shape 39"/>
          <p:cNvSpPr/>
          <p:nvPr/>
        </p:nvSpPr>
        <p:spPr>
          <a:xfrm>
            <a:off x="590400" y="329472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46" name="Shape 40"/>
          <p:cNvSpPr/>
          <p:nvPr/>
        </p:nvSpPr>
        <p:spPr>
          <a:xfrm>
            <a:off x="3902400" y="546840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2498A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3902400" y="546840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12498A"/>
          </a:solidFill>
          <a:ln/>
        </p:spPr>
      </p:sp>
      <p:sp>
        <p:nvSpPr>
          <p:cNvPr id="48" name="Text 42"/>
          <p:cNvSpPr/>
          <p:nvPr/>
        </p:nvSpPr>
        <p:spPr>
          <a:xfrm>
            <a:off x="4032000" y="551880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49" name="Text 43"/>
          <p:cNvSpPr/>
          <p:nvPr/>
        </p:nvSpPr>
        <p:spPr>
          <a:xfrm>
            <a:off x="4032000" y="577800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50" name="Text 44"/>
          <p:cNvSpPr/>
          <p:nvPr/>
        </p:nvSpPr>
        <p:spPr>
          <a:xfrm>
            <a:off x="4032000" y="6498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51" name="Text 45"/>
          <p:cNvSpPr/>
          <p:nvPr/>
        </p:nvSpPr>
        <p:spPr>
          <a:xfrm>
            <a:off x="4032000" y="6660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52" name="Text 46"/>
          <p:cNvSpPr/>
          <p:nvPr/>
        </p:nvSpPr>
        <p:spPr>
          <a:xfrm>
            <a:off x="4032000" y="6822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53" name="Image 4" descr="QR de validaçã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000" y="5922000"/>
            <a:ext cx="720000" cy="720000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5976000" y="667800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55" name="Text 48"/>
          <p:cNvSpPr/>
          <p:nvPr/>
        </p:nvSpPr>
        <p:spPr>
          <a:xfrm>
            <a:off x="4032000" y="705960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56" name="Shape 49"/>
          <p:cNvSpPr/>
          <p:nvPr/>
        </p:nvSpPr>
        <p:spPr>
          <a:xfrm>
            <a:off x="3888000" y="545400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57" name="Shape 50"/>
          <p:cNvSpPr/>
          <p:nvPr/>
        </p:nvSpPr>
        <p:spPr>
          <a:xfrm>
            <a:off x="604800" y="546840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2498A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604800" y="546840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12498A"/>
          </a:solidFill>
          <a:ln/>
        </p:spPr>
      </p:sp>
      <p:sp>
        <p:nvSpPr>
          <p:cNvPr id="59" name="Text 52"/>
          <p:cNvSpPr/>
          <p:nvPr/>
        </p:nvSpPr>
        <p:spPr>
          <a:xfrm>
            <a:off x="734400" y="551880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60" name="Text 53"/>
          <p:cNvSpPr/>
          <p:nvPr/>
        </p:nvSpPr>
        <p:spPr>
          <a:xfrm>
            <a:off x="734400" y="577800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61" name="Text 54"/>
          <p:cNvSpPr/>
          <p:nvPr/>
        </p:nvSpPr>
        <p:spPr>
          <a:xfrm>
            <a:off x="734400" y="6498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62" name="Text 55"/>
          <p:cNvSpPr/>
          <p:nvPr/>
        </p:nvSpPr>
        <p:spPr>
          <a:xfrm>
            <a:off x="734400" y="6660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63" name="Text 56"/>
          <p:cNvSpPr/>
          <p:nvPr/>
        </p:nvSpPr>
        <p:spPr>
          <a:xfrm>
            <a:off x="734400" y="6822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64" name="Image 5" descr="QR de validaçã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2000"/>
            <a:ext cx="720000" cy="720000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2678400" y="667800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66" name="Text 58"/>
          <p:cNvSpPr/>
          <p:nvPr/>
        </p:nvSpPr>
        <p:spPr>
          <a:xfrm>
            <a:off x="734400" y="705960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67" name="Shape 59"/>
          <p:cNvSpPr/>
          <p:nvPr/>
        </p:nvSpPr>
        <p:spPr>
          <a:xfrm>
            <a:off x="590400" y="545400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68" name="Shape 60"/>
          <p:cNvSpPr/>
          <p:nvPr/>
        </p:nvSpPr>
        <p:spPr>
          <a:xfrm>
            <a:off x="3902400" y="762768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2498A"/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3902400" y="762768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12498A"/>
          </a:solidFill>
          <a:ln/>
        </p:spPr>
      </p:sp>
      <p:sp>
        <p:nvSpPr>
          <p:cNvPr id="70" name="Text 62"/>
          <p:cNvSpPr/>
          <p:nvPr/>
        </p:nvSpPr>
        <p:spPr>
          <a:xfrm>
            <a:off x="4032000" y="767808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71" name="Text 63"/>
          <p:cNvSpPr/>
          <p:nvPr/>
        </p:nvSpPr>
        <p:spPr>
          <a:xfrm>
            <a:off x="4032000" y="793728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72" name="Text 64"/>
          <p:cNvSpPr/>
          <p:nvPr/>
        </p:nvSpPr>
        <p:spPr>
          <a:xfrm>
            <a:off x="4032000" y="865728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73" name="Text 65"/>
          <p:cNvSpPr/>
          <p:nvPr/>
        </p:nvSpPr>
        <p:spPr>
          <a:xfrm>
            <a:off x="4032000" y="881928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74" name="Text 66"/>
          <p:cNvSpPr/>
          <p:nvPr/>
        </p:nvSpPr>
        <p:spPr>
          <a:xfrm>
            <a:off x="4032000" y="898128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75" name="Image 6" descr="QR de validaçã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0000" y="8081280"/>
            <a:ext cx="720000" cy="720000"/>
          </a:xfrm>
          <a:prstGeom prst="rect">
            <a:avLst/>
          </a:prstGeom>
        </p:spPr>
      </p:pic>
      <p:sp>
        <p:nvSpPr>
          <p:cNvPr id="76" name="Text 67"/>
          <p:cNvSpPr/>
          <p:nvPr/>
        </p:nvSpPr>
        <p:spPr>
          <a:xfrm>
            <a:off x="5976000" y="883728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77" name="Text 68"/>
          <p:cNvSpPr/>
          <p:nvPr/>
        </p:nvSpPr>
        <p:spPr>
          <a:xfrm>
            <a:off x="4032000" y="921888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78" name="Shape 69"/>
          <p:cNvSpPr/>
          <p:nvPr/>
        </p:nvSpPr>
        <p:spPr>
          <a:xfrm>
            <a:off x="3888000" y="761328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79" name="Shape 70"/>
          <p:cNvSpPr/>
          <p:nvPr/>
        </p:nvSpPr>
        <p:spPr>
          <a:xfrm>
            <a:off x="604800" y="762768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2498A"/>
            </a:solidFill>
            <a:prstDash val="solid"/>
          </a:ln>
        </p:spPr>
      </p:sp>
      <p:sp>
        <p:nvSpPr>
          <p:cNvPr id="80" name="Shape 71"/>
          <p:cNvSpPr/>
          <p:nvPr/>
        </p:nvSpPr>
        <p:spPr>
          <a:xfrm>
            <a:off x="604800" y="762768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12498A"/>
          </a:solidFill>
          <a:ln/>
        </p:spPr>
      </p:sp>
      <p:sp>
        <p:nvSpPr>
          <p:cNvPr id="81" name="Text 72"/>
          <p:cNvSpPr/>
          <p:nvPr/>
        </p:nvSpPr>
        <p:spPr>
          <a:xfrm>
            <a:off x="734400" y="767808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82" name="Text 73"/>
          <p:cNvSpPr/>
          <p:nvPr/>
        </p:nvSpPr>
        <p:spPr>
          <a:xfrm>
            <a:off x="734400" y="793728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83" name="Text 74"/>
          <p:cNvSpPr/>
          <p:nvPr/>
        </p:nvSpPr>
        <p:spPr>
          <a:xfrm>
            <a:off x="734400" y="865728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84" name="Text 75"/>
          <p:cNvSpPr/>
          <p:nvPr/>
        </p:nvSpPr>
        <p:spPr>
          <a:xfrm>
            <a:off x="734400" y="881928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85" name="Text 76"/>
          <p:cNvSpPr/>
          <p:nvPr/>
        </p:nvSpPr>
        <p:spPr>
          <a:xfrm>
            <a:off x="734400" y="898128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86" name="Image 7" descr="QR de validaçã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2400" y="8081280"/>
            <a:ext cx="720000" cy="720000"/>
          </a:xfrm>
          <a:prstGeom prst="rect">
            <a:avLst/>
          </a:prstGeom>
        </p:spPr>
      </p:pic>
      <p:sp>
        <p:nvSpPr>
          <p:cNvPr id="87" name="Text 77"/>
          <p:cNvSpPr/>
          <p:nvPr/>
        </p:nvSpPr>
        <p:spPr>
          <a:xfrm>
            <a:off x="2678400" y="883728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88" name="Text 78"/>
          <p:cNvSpPr/>
          <p:nvPr/>
        </p:nvSpPr>
        <p:spPr>
          <a:xfrm>
            <a:off x="734400" y="921888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89" name="Shape 79"/>
          <p:cNvSpPr/>
          <p:nvPr/>
        </p:nvSpPr>
        <p:spPr>
          <a:xfrm>
            <a:off x="590400" y="761328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90" name="Text 80"/>
          <p:cNvSpPr/>
          <p:nvPr/>
        </p:nvSpPr>
        <p:spPr>
          <a:xfrm>
            <a:off x="144000" y="10476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Verso (espelhado) · folha 1/2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0400" y="1135440"/>
            <a:ext cx="3081600" cy="194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90400" y="1135440"/>
            <a:ext cx="3081600" cy="504000"/>
          </a:xfrm>
          <a:prstGeom prst="rect">
            <a:avLst/>
          </a:prstGeom>
          <a:solidFill>
            <a:srgbClr val="12498A"/>
          </a:solidFill>
          <a:ln/>
        </p:spPr>
      </p:sp>
      <p:pic>
        <p:nvPicPr>
          <p:cNvPr id="4" name="Image 0" descr="bras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400" y="1214640"/>
            <a:ext cx="345600" cy="36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4400" y="120024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500" dirty="0"/>
          </a:p>
        </p:txBody>
      </p:sp>
      <p:sp>
        <p:nvSpPr>
          <p:cNvPr id="6" name="Text 3"/>
          <p:cNvSpPr/>
          <p:nvPr/>
        </p:nvSpPr>
        <p:spPr>
          <a:xfrm>
            <a:off x="1094400" y="1322640"/>
            <a:ext cx="2448000" cy="15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70" dirty="0"/>
          </a:p>
        </p:txBody>
      </p:sp>
      <p:sp>
        <p:nvSpPr>
          <p:cNvPr id="7" name="Text 4"/>
          <p:cNvSpPr/>
          <p:nvPr/>
        </p:nvSpPr>
        <p:spPr>
          <a:xfrm>
            <a:off x="1094400" y="148104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ENSINO PRIMÁRIO</a:t>
            </a:r>
            <a:endParaRPr lang="en-US" sz="480" dirty="0"/>
          </a:p>
        </p:txBody>
      </p:sp>
      <p:sp>
        <p:nvSpPr>
          <p:cNvPr id="8" name="Shape 5"/>
          <p:cNvSpPr/>
          <p:nvPr/>
        </p:nvSpPr>
        <p:spPr>
          <a:xfrm>
            <a:off x="734400" y="1747440"/>
            <a:ext cx="864000" cy="1116000"/>
          </a:xfrm>
          <a:prstGeom prst="roundRect">
            <a:avLst>
              <a:gd name="adj" fmla="val 6615"/>
            </a:avLst>
          </a:prstGeom>
          <a:solidFill>
            <a:srgbClr val="E2E8F0"/>
          </a:solidFill>
          <a:ln w="18002">
            <a:solidFill>
              <a:srgbClr val="1249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06400" y="1725840"/>
            <a:ext cx="18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00" kern="0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620" dirty="0"/>
          </a:p>
        </p:txBody>
      </p:sp>
      <p:sp>
        <p:nvSpPr>
          <p:cNvPr id="10" name="Text 7"/>
          <p:cNvSpPr/>
          <p:nvPr/>
        </p:nvSpPr>
        <p:spPr>
          <a:xfrm>
            <a:off x="1706400" y="1891440"/>
            <a:ext cx="1872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706400" y="2157840"/>
            <a:ext cx="57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420" dirty="0"/>
          </a:p>
        </p:txBody>
      </p:sp>
      <p:sp>
        <p:nvSpPr>
          <p:cNvPr id="12" name="Text 9"/>
          <p:cNvSpPr/>
          <p:nvPr/>
        </p:nvSpPr>
        <p:spPr>
          <a:xfrm>
            <a:off x="1706400" y="224424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2786400" y="21578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20" dirty="0"/>
          </a:p>
        </p:txBody>
      </p:sp>
      <p:sp>
        <p:nvSpPr>
          <p:cNvPr id="14" name="Text 11"/>
          <p:cNvSpPr/>
          <p:nvPr/>
        </p:nvSpPr>
        <p:spPr>
          <a:xfrm>
            <a:off x="2786400" y="2244240"/>
            <a:ext cx="792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20" dirty="0"/>
          </a:p>
        </p:txBody>
      </p:sp>
      <p:sp>
        <p:nvSpPr>
          <p:cNvPr id="15" name="Text 12"/>
          <p:cNvSpPr/>
          <p:nvPr/>
        </p:nvSpPr>
        <p:spPr>
          <a:xfrm>
            <a:off x="1706400" y="24458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20" dirty="0"/>
          </a:p>
        </p:txBody>
      </p:sp>
      <p:sp>
        <p:nvSpPr>
          <p:cNvPr id="16" name="Text 13"/>
          <p:cNvSpPr/>
          <p:nvPr/>
        </p:nvSpPr>
        <p:spPr>
          <a:xfrm>
            <a:off x="1706400" y="2532240"/>
            <a:ext cx="100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20" dirty="0"/>
          </a:p>
        </p:txBody>
      </p:sp>
      <p:sp>
        <p:nvSpPr>
          <p:cNvPr id="17" name="Text 14"/>
          <p:cNvSpPr/>
          <p:nvPr/>
        </p:nvSpPr>
        <p:spPr>
          <a:xfrm>
            <a:off x="2786400" y="24458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20" dirty="0"/>
          </a:p>
        </p:txBody>
      </p:sp>
      <p:sp>
        <p:nvSpPr>
          <p:cNvPr id="18" name="Text 15"/>
          <p:cNvSpPr/>
          <p:nvPr/>
        </p:nvSpPr>
        <p:spPr>
          <a:xfrm>
            <a:off x="2786400" y="2532240"/>
            <a:ext cx="79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20" dirty="0"/>
          </a:p>
        </p:txBody>
      </p:sp>
      <p:sp>
        <p:nvSpPr>
          <p:cNvPr id="19" name="Shape 16"/>
          <p:cNvSpPr/>
          <p:nvPr/>
        </p:nvSpPr>
        <p:spPr>
          <a:xfrm>
            <a:off x="590400" y="2927520"/>
            <a:ext cx="3081600" cy="151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1670400" y="2945520"/>
            <a:ext cx="1944000" cy="1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 · Válido para o ano lectivo em curso</a:t>
            </a:r>
            <a:endParaRPr lang="en-US" sz="420" dirty="0"/>
          </a:p>
        </p:txBody>
      </p:sp>
      <p:sp>
        <p:nvSpPr>
          <p:cNvPr id="21" name="Shape 18"/>
          <p:cNvSpPr/>
          <p:nvPr/>
        </p:nvSpPr>
        <p:spPr>
          <a:xfrm>
            <a:off x="5904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144000" y="10476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Frente · folha 2/2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02400" y="114984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249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02400" y="114984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12498A"/>
          </a:solidFill>
          <a:ln/>
        </p:spPr>
      </p:sp>
      <p:sp>
        <p:nvSpPr>
          <p:cNvPr id="4" name="Text 2"/>
          <p:cNvSpPr/>
          <p:nvPr/>
        </p:nvSpPr>
        <p:spPr>
          <a:xfrm>
            <a:off x="4032000" y="120024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4032000" y="145944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6" name="Text 4"/>
          <p:cNvSpPr/>
          <p:nvPr/>
        </p:nvSpPr>
        <p:spPr>
          <a:xfrm>
            <a:off x="4032000" y="2179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032000" y="2341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032000" y="2503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9" name="Image 0" descr="QR de valid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0000" y="1603440"/>
            <a:ext cx="720000" cy="720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76000" y="235944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11" name="Text 8"/>
          <p:cNvSpPr/>
          <p:nvPr/>
        </p:nvSpPr>
        <p:spPr>
          <a:xfrm>
            <a:off x="4032000" y="274104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12" name="Shape 9"/>
          <p:cNvSpPr/>
          <p:nvPr/>
        </p:nvSpPr>
        <p:spPr>
          <a:xfrm>
            <a:off x="38880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144000" y="10476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Verso (espelhado) · folha 2/2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Azul Institucional · Ensino Primário</dc:title>
  <dc:subject>PptxGenJS Presentation</dc:subject>
  <dc:creator>Sistema de Gestão Escolar</dc:creator>
  <cp:lastModifiedBy>Sistema de Gestão Escolar</cp:lastModifiedBy>
  <cp:revision>1</cp:revision>
  <dcterms:created xsi:type="dcterms:W3CDTF">2026-10-05T12:38:18Z</dcterms:created>
  <dcterms:modified xsi:type="dcterms:W3CDTF">2026-10-05T12:38:18Z</dcterms:modified>
</cp:coreProperties>
</file>