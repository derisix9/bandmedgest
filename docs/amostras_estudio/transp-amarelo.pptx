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Shape 1"/>
          <p:cNvSpPr/>
          <p:nvPr/>
        </p:nvSpPr>
        <p:spPr>
          <a:xfrm>
            <a:off x="590400" y="257544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0400" y="169344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5" name="Image 0" descr="bra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600" y="1221840"/>
            <a:ext cx="324000" cy="34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4400" y="12146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1094400" y="133704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94400" y="150984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9" name="Shape 6"/>
          <p:cNvSpPr/>
          <p:nvPr/>
        </p:nvSpPr>
        <p:spPr>
          <a:xfrm>
            <a:off x="734400" y="181944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598400" y="1797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11" name="Text 8"/>
          <p:cNvSpPr/>
          <p:nvPr/>
        </p:nvSpPr>
        <p:spPr>
          <a:xfrm>
            <a:off x="1598400" y="189144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598400" y="21434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13" name="Text 10"/>
          <p:cNvSpPr/>
          <p:nvPr/>
        </p:nvSpPr>
        <p:spPr>
          <a:xfrm>
            <a:off x="1598400" y="222984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606400" y="214344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15" name="Text 12"/>
          <p:cNvSpPr/>
          <p:nvPr/>
        </p:nvSpPr>
        <p:spPr>
          <a:xfrm>
            <a:off x="2606400" y="222984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1598400" y="243144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17" name="Text 14"/>
          <p:cNvSpPr/>
          <p:nvPr/>
        </p:nvSpPr>
        <p:spPr>
          <a:xfrm>
            <a:off x="1598400" y="251784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34400" y="284184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19" name="Text 16"/>
          <p:cNvSpPr/>
          <p:nvPr/>
        </p:nvSpPr>
        <p:spPr>
          <a:xfrm>
            <a:off x="734400" y="292104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20" name="Image 1" descr="QR de valid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00" y="2575440"/>
            <a:ext cx="486000" cy="4860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23" name="Shape 19"/>
          <p:cNvSpPr/>
          <p:nvPr/>
        </p:nvSpPr>
        <p:spPr>
          <a:xfrm>
            <a:off x="3888000" y="257544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3888000" y="169344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25" name="Image 2" descr="brasa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200" y="1221840"/>
            <a:ext cx="324000" cy="3420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392000" y="12146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27" name="Text 22"/>
          <p:cNvSpPr/>
          <p:nvPr/>
        </p:nvSpPr>
        <p:spPr>
          <a:xfrm>
            <a:off x="4392000" y="133704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392000" y="150984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29" name="Shape 24"/>
          <p:cNvSpPr/>
          <p:nvPr/>
        </p:nvSpPr>
        <p:spPr>
          <a:xfrm>
            <a:off x="4032000" y="181944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30" name="Text 25"/>
          <p:cNvSpPr/>
          <p:nvPr/>
        </p:nvSpPr>
        <p:spPr>
          <a:xfrm>
            <a:off x="4896000" y="1797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31" name="Text 26"/>
          <p:cNvSpPr/>
          <p:nvPr/>
        </p:nvSpPr>
        <p:spPr>
          <a:xfrm>
            <a:off x="4896000" y="189144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896000" y="21434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33" name="Text 28"/>
          <p:cNvSpPr/>
          <p:nvPr/>
        </p:nvSpPr>
        <p:spPr>
          <a:xfrm>
            <a:off x="4896000" y="222984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34" name="Text 29"/>
          <p:cNvSpPr/>
          <p:nvPr/>
        </p:nvSpPr>
        <p:spPr>
          <a:xfrm>
            <a:off x="5904000" y="214344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35" name="Text 30"/>
          <p:cNvSpPr/>
          <p:nvPr/>
        </p:nvSpPr>
        <p:spPr>
          <a:xfrm>
            <a:off x="5904000" y="222984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36" name="Text 31"/>
          <p:cNvSpPr/>
          <p:nvPr/>
        </p:nvSpPr>
        <p:spPr>
          <a:xfrm>
            <a:off x="4896000" y="243144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37" name="Text 32"/>
          <p:cNvSpPr/>
          <p:nvPr/>
        </p:nvSpPr>
        <p:spPr>
          <a:xfrm>
            <a:off x="4896000" y="251784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38" name="Text 33"/>
          <p:cNvSpPr/>
          <p:nvPr/>
        </p:nvSpPr>
        <p:spPr>
          <a:xfrm>
            <a:off x="4032000" y="284184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39" name="Text 34"/>
          <p:cNvSpPr/>
          <p:nvPr/>
        </p:nvSpPr>
        <p:spPr>
          <a:xfrm>
            <a:off x="4032000" y="292104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40" name="Image 3" descr="QR de valida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2575440"/>
            <a:ext cx="486000" cy="486000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42" name="Shape 36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3" name="Shape 37"/>
          <p:cNvSpPr/>
          <p:nvPr/>
        </p:nvSpPr>
        <p:spPr>
          <a:xfrm>
            <a:off x="590400" y="473472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590400" y="385272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45" name="Image 4" descr="brasa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600" y="3381120"/>
            <a:ext cx="324000" cy="34200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094400" y="337392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47" name="Text 40"/>
          <p:cNvSpPr/>
          <p:nvPr/>
        </p:nvSpPr>
        <p:spPr>
          <a:xfrm>
            <a:off x="1094400" y="349632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1094400" y="366912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49" name="Shape 42"/>
          <p:cNvSpPr/>
          <p:nvPr/>
        </p:nvSpPr>
        <p:spPr>
          <a:xfrm>
            <a:off x="734400" y="397872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50" name="Text 43"/>
          <p:cNvSpPr/>
          <p:nvPr/>
        </p:nvSpPr>
        <p:spPr>
          <a:xfrm>
            <a:off x="1598400" y="39571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51" name="Text 44"/>
          <p:cNvSpPr/>
          <p:nvPr/>
        </p:nvSpPr>
        <p:spPr>
          <a:xfrm>
            <a:off x="1598400" y="405072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1598400" y="43027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53" name="Text 46"/>
          <p:cNvSpPr/>
          <p:nvPr/>
        </p:nvSpPr>
        <p:spPr>
          <a:xfrm>
            <a:off x="1598400" y="438912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54" name="Text 47"/>
          <p:cNvSpPr/>
          <p:nvPr/>
        </p:nvSpPr>
        <p:spPr>
          <a:xfrm>
            <a:off x="2606400" y="430272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55" name="Text 48"/>
          <p:cNvSpPr/>
          <p:nvPr/>
        </p:nvSpPr>
        <p:spPr>
          <a:xfrm>
            <a:off x="2606400" y="438912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56" name="Text 49"/>
          <p:cNvSpPr/>
          <p:nvPr/>
        </p:nvSpPr>
        <p:spPr>
          <a:xfrm>
            <a:off x="1598400" y="459072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57" name="Text 50"/>
          <p:cNvSpPr/>
          <p:nvPr/>
        </p:nvSpPr>
        <p:spPr>
          <a:xfrm>
            <a:off x="1598400" y="467712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58" name="Text 51"/>
          <p:cNvSpPr/>
          <p:nvPr/>
        </p:nvSpPr>
        <p:spPr>
          <a:xfrm>
            <a:off x="734400" y="500112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59" name="Text 52"/>
          <p:cNvSpPr/>
          <p:nvPr/>
        </p:nvSpPr>
        <p:spPr>
          <a:xfrm>
            <a:off x="734400" y="508032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60" name="Image 5" descr="QR de valid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8400" y="4734720"/>
            <a:ext cx="486000" cy="486000"/>
          </a:xfrm>
          <a:prstGeom prst="rect">
            <a:avLst/>
          </a:prstGeom>
        </p:spPr>
      </p:pic>
      <p:sp>
        <p:nvSpPr>
          <p:cNvPr id="61" name="Shape 53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2" name="Shape 54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63" name="Shape 55"/>
          <p:cNvSpPr/>
          <p:nvPr/>
        </p:nvSpPr>
        <p:spPr>
          <a:xfrm>
            <a:off x="3888000" y="473472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4" name="Shape 56"/>
          <p:cNvSpPr/>
          <p:nvPr/>
        </p:nvSpPr>
        <p:spPr>
          <a:xfrm>
            <a:off x="3888000" y="385272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65" name="Image 6" descr="brasa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3200" y="3381120"/>
            <a:ext cx="324000" cy="3420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92000" y="337392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67" name="Text 58"/>
          <p:cNvSpPr/>
          <p:nvPr/>
        </p:nvSpPr>
        <p:spPr>
          <a:xfrm>
            <a:off x="4392000" y="349632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68" name="Text 59"/>
          <p:cNvSpPr/>
          <p:nvPr/>
        </p:nvSpPr>
        <p:spPr>
          <a:xfrm>
            <a:off x="4392000" y="366912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69" name="Shape 60"/>
          <p:cNvSpPr/>
          <p:nvPr/>
        </p:nvSpPr>
        <p:spPr>
          <a:xfrm>
            <a:off x="4032000" y="397872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70" name="Text 61"/>
          <p:cNvSpPr/>
          <p:nvPr/>
        </p:nvSpPr>
        <p:spPr>
          <a:xfrm>
            <a:off x="4896000" y="39571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71" name="Text 62"/>
          <p:cNvSpPr/>
          <p:nvPr/>
        </p:nvSpPr>
        <p:spPr>
          <a:xfrm>
            <a:off x="4896000" y="405072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72" name="Text 63"/>
          <p:cNvSpPr/>
          <p:nvPr/>
        </p:nvSpPr>
        <p:spPr>
          <a:xfrm>
            <a:off x="4896000" y="430272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73" name="Text 64"/>
          <p:cNvSpPr/>
          <p:nvPr/>
        </p:nvSpPr>
        <p:spPr>
          <a:xfrm>
            <a:off x="4896000" y="438912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74" name="Text 65"/>
          <p:cNvSpPr/>
          <p:nvPr/>
        </p:nvSpPr>
        <p:spPr>
          <a:xfrm>
            <a:off x="5904000" y="430272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75" name="Text 66"/>
          <p:cNvSpPr/>
          <p:nvPr/>
        </p:nvSpPr>
        <p:spPr>
          <a:xfrm>
            <a:off x="5904000" y="438912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76" name="Text 67"/>
          <p:cNvSpPr/>
          <p:nvPr/>
        </p:nvSpPr>
        <p:spPr>
          <a:xfrm>
            <a:off x="4896000" y="459072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77" name="Text 68"/>
          <p:cNvSpPr/>
          <p:nvPr/>
        </p:nvSpPr>
        <p:spPr>
          <a:xfrm>
            <a:off x="4896000" y="467712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78" name="Text 69"/>
          <p:cNvSpPr/>
          <p:nvPr/>
        </p:nvSpPr>
        <p:spPr>
          <a:xfrm>
            <a:off x="4032000" y="500112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79" name="Text 70"/>
          <p:cNvSpPr/>
          <p:nvPr/>
        </p:nvSpPr>
        <p:spPr>
          <a:xfrm>
            <a:off x="4032000" y="508032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80" name="Image 7" descr="QR de validaçã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000" y="4734720"/>
            <a:ext cx="486000" cy="486000"/>
          </a:xfrm>
          <a:prstGeom prst="rect">
            <a:avLst/>
          </a:prstGeom>
        </p:spPr>
      </p:pic>
      <p:sp>
        <p:nvSpPr>
          <p:cNvPr id="81" name="Shape 71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82" name="Shape 72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83" name="Shape 73"/>
          <p:cNvSpPr/>
          <p:nvPr/>
        </p:nvSpPr>
        <p:spPr>
          <a:xfrm>
            <a:off x="590400" y="689400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84" name="Shape 74"/>
          <p:cNvSpPr/>
          <p:nvPr/>
        </p:nvSpPr>
        <p:spPr>
          <a:xfrm>
            <a:off x="590400" y="601200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85" name="Image 8" descr="brasa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600" y="5540400"/>
            <a:ext cx="324000" cy="342000"/>
          </a:xfrm>
          <a:prstGeom prst="rect">
            <a:avLst/>
          </a:prstGeom>
        </p:spPr>
      </p:pic>
      <p:sp>
        <p:nvSpPr>
          <p:cNvPr id="86" name="Text 75"/>
          <p:cNvSpPr/>
          <p:nvPr/>
        </p:nvSpPr>
        <p:spPr>
          <a:xfrm>
            <a:off x="1094400" y="553320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87" name="Text 76"/>
          <p:cNvSpPr/>
          <p:nvPr/>
        </p:nvSpPr>
        <p:spPr>
          <a:xfrm>
            <a:off x="1094400" y="565560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88" name="Text 77"/>
          <p:cNvSpPr/>
          <p:nvPr/>
        </p:nvSpPr>
        <p:spPr>
          <a:xfrm>
            <a:off x="1094400" y="582840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89" name="Shape 78"/>
          <p:cNvSpPr/>
          <p:nvPr/>
        </p:nvSpPr>
        <p:spPr>
          <a:xfrm>
            <a:off x="734400" y="613800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90" name="Text 79"/>
          <p:cNvSpPr/>
          <p:nvPr/>
        </p:nvSpPr>
        <p:spPr>
          <a:xfrm>
            <a:off x="1598400" y="6116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91" name="Text 80"/>
          <p:cNvSpPr/>
          <p:nvPr/>
        </p:nvSpPr>
        <p:spPr>
          <a:xfrm>
            <a:off x="1598400" y="621000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92" name="Text 81"/>
          <p:cNvSpPr/>
          <p:nvPr/>
        </p:nvSpPr>
        <p:spPr>
          <a:xfrm>
            <a:off x="1598400" y="6462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93" name="Text 82"/>
          <p:cNvSpPr/>
          <p:nvPr/>
        </p:nvSpPr>
        <p:spPr>
          <a:xfrm>
            <a:off x="1598400" y="654840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94" name="Text 83"/>
          <p:cNvSpPr/>
          <p:nvPr/>
        </p:nvSpPr>
        <p:spPr>
          <a:xfrm>
            <a:off x="2606400" y="646200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95" name="Text 84"/>
          <p:cNvSpPr/>
          <p:nvPr/>
        </p:nvSpPr>
        <p:spPr>
          <a:xfrm>
            <a:off x="2606400" y="654840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96" name="Text 85"/>
          <p:cNvSpPr/>
          <p:nvPr/>
        </p:nvSpPr>
        <p:spPr>
          <a:xfrm>
            <a:off x="1598400" y="675000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97" name="Text 86"/>
          <p:cNvSpPr/>
          <p:nvPr/>
        </p:nvSpPr>
        <p:spPr>
          <a:xfrm>
            <a:off x="1598400" y="683640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98" name="Text 87"/>
          <p:cNvSpPr/>
          <p:nvPr/>
        </p:nvSpPr>
        <p:spPr>
          <a:xfrm>
            <a:off x="734400" y="716040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99" name="Text 88"/>
          <p:cNvSpPr/>
          <p:nvPr/>
        </p:nvSpPr>
        <p:spPr>
          <a:xfrm>
            <a:off x="734400" y="723960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100" name="Image 9" descr="QR de validaçã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8400" y="6894000"/>
            <a:ext cx="486000" cy="486000"/>
          </a:xfrm>
          <a:prstGeom prst="rect">
            <a:avLst/>
          </a:prstGeom>
        </p:spPr>
      </p:pic>
      <p:sp>
        <p:nvSpPr>
          <p:cNvPr id="101" name="Shape 89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02" name="Shape 90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3" name="Shape 91"/>
          <p:cNvSpPr/>
          <p:nvPr/>
        </p:nvSpPr>
        <p:spPr>
          <a:xfrm>
            <a:off x="3888000" y="689400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04" name="Shape 92"/>
          <p:cNvSpPr/>
          <p:nvPr/>
        </p:nvSpPr>
        <p:spPr>
          <a:xfrm>
            <a:off x="3888000" y="601200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105" name="Image 10" descr="brasa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03200" y="5540400"/>
            <a:ext cx="324000" cy="342000"/>
          </a:xfrm>
          <a:prstGeom prst="rect">
            <a:avLst/>
          </a:prstGeom>
        </p:spPr>
      </p:pic>
      <p:sp>
        <p:nvSpPr>
          <p:cNvPr id="106" name="Text 93"/>
          <p:cNvSpPr/>
          <p:nvPr/>
        </p:nvSpPr>
        <p:spPr>
          <a:xfrm>
            <a:off x="4392000" y="553320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107" name="Text 94"/>
          <p:cNvSpPr/>
          <p:nvPr/>
        </p:nvSpPr>
        <p:spPr>
          <a:xfrm>
            <a:off x="4392000" y="565560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108" name="Text 95"/>
          <p:cNvSpPr/>
          <p:nvPr/>
        </p:nvSpPr>
        <p:spPr>
          <a:xfrm>
            <a:off x="4392000" y="582840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109" name="Shape 96"/>
          <p:cNvSpPr/>
          <p:nvPr/>
        </p:nvSpPr>
        <p:spPr>
          <a:xfrm>
            <a:off x="4032000" y="613800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110" name="Text 97"/>
          <p:cNvSpPr/>
          <p:nvPr/>
        </p:nvSpPr>
        <p:spPr>
          <a:xfrm>
            <a:off x="4896000" y="6116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111" name="Text 98"/>
          <p:cNvSpPr/>
          <p:nvPr/>
        </p:nvSpPr>
        <p:spPr>
          <a:xfrm>
            <a:off x="4896000" y="621000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112" name="Text 99"/>
          <p:cNvSpPr/>
          <p:nvPr/>
        </p:nvSpPr>
        <p:spPr>
          <a:xfrm>
            <a:off x="4896000" y="6462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113" name="Text 100"/>
          <p:cNvSpPr/>
          <p:nvPr/>
        </p:nvSpPr>
        <p:spPr>
          <a:xfrm>
            <a:off x="4896000" y="654840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114" name="Text 101"/>
          <p:cNvSpPr/>
          <p:nvPr/>
        </p:nvSpPr>
        <p:spPr>
          <a:xfrm>
            <a:off x="5904000" y="646200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115" name="Text 102"/>
          <p:cNvSpPr/>
          <p:nvPr/>
        </p:nvSpPr>
        <p:spPr>
          <a:xfrm>
            <a:off x="5904000" y="654840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116" name="Text 103"/>
          <p:cNvSpPr/>
          <p:nvPr/>
        </p:nvSpPr>
        <p:spPr>
          <a:xfrm>
            <a:off x="4896000" y="675000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117" name="Text 104"/>
          <p:cNvSpPr/>
          <p:nvPr/>
        </p:nvSpPr>
        <p:spPr>
          <a:xfrm>
            <a:off x="4896000" y="683640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118" name="Text 105"/>
          <p:cNvSpPr/>
          <p:nvPr/>
        </p:nvSpPr>
        <p:spPr>
          <a:xfrm>
            <a:off x="4032000" y="716040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119" name="Text 106"/>
          <p:cNvSpPr/>
          <p:nvPr/>
        </p:nvSpPr>
        <p:spPr>
          <a:xfrm>
            <a:off x="4032000" y="723960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120" name="Image 11" descr="QR de validaçã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000" y="6894000"/>
            <a:ext cx="486000" cy="486000"/>
          </a:xfrm>
          <a:prstGeom prst="rect">
            <a:avLst/>
          </a:prstGeom>
        </p:spPr>
      </p:pic>
      <p:sp>
        <p:nvSpPr>
          <p:cNvPr id="121" name="Shape 107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22" name="Shape 108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23" name="Shape 109"/>
          <p:cNvSpPr/>
          <p:nvPr/>
        </p:nvSpPr>
        <p:spPr>
          <a:xfrm>
            <a:off x="590400" y="905328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24" name="Shape 110"/>
          <p:cNvSpPr/>
          <p:nvPr/>
        </p:nvSpPr>
        <p:spPr>
          <a:xfrm>
            <a:off x="590400" y="817128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125" name="Image 12" descr="brasa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600" y="7699680"/>
            <a:ext cx="324000" cy="342000"/>
          </a:xfrm>
          <a:prstGeom prst="rect">
            <a:avLst/>
          </a:prstGeom>
        </p:spPr>
      </p:pic>
      <p:sp>
        <p:nvSpPr>
          <p:cNvPr id="126" name="Text 111"/>
          <p:cNvSpPr/>
          <p:nvPr/>
        </p:nvSpPr>
        <p:spPr>
          <a:xfrm>
            <a:off x="1094400" y="769248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127" name="Text 112"/>
          <p:cNvSpPr/>
          <p:nvPr/>
        </p:nvSpPr>
        <p:spPr>
          <a:xfrm>
            <a:off x="1094400" y="781488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128" name="Text 113"/>
          <p:cNvSpPr/>
          <p:nvPr/>
        </p:nvSpPr>
        <p:spPr>
          <a:xfrm>
            <a:off x="1094400" y="798768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129" name="Shape 114"/>
          <p:cNvSpPr/>
          <p:nvPr/>
        </p:nvSpPr>
        <p:spPr>
          <a:xfrm>
            <a:off x="734400" y="829728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130" name="Text 115"/>
          <p:cNvSpPr/>
          <p:nvPr/>
        </p:nvSpPr>
        <p:spPr>
          <a:xfrm>
            <a:off x="1598400" y="82756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131" name="Text 116"/>
          <p:cNvSpPr/>
          <p:nvPr/>
        </p:nvSpPr>
        <p:spPr>
          <a:xfrm>
            <a:off x="1598400" y="836928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132" name="Text 117"/>
          <p:cNvSpPr/>
          <p:nvPr/>
        </p:nvSpPr>
        <p:spPr>
          <a:xfrm>
            <a:off x="1598400" y="86212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133" name="Text 118"/>
          <p:cNvSpPr/>
          <p:nvPr/>
        </p:nvSpPr>
        <p:spPr>
          <a:xfrm>
            <a:off x="1598400" y="870768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134" name="Text 119"/>
          <p:cNvSpPr/>
          <p:nvPr/>
        </p:nvSpPr>
        <p:spPr>
          <a:xfrm>
            <a:off x="2606400" y="862128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135" name="Text 120"/>
          <p:cNvSpPr/>
          <p:nvPr/>
        </p:nvSpPr>
        <p:spPr>
          <a:xfrm>
            <a:off x="2606400" y="870768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136" name="Text 121"/>
          <p:cNvSpPr/>
          <p:nvPr/>
        </p:nvSpPr>
        <p:spPr>
          <a:xfrm>
            <a:off x="1598400" y="890928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137" name="Text 122"/>
          <p:cNvSpPr/>
          <p:nvPr/>
        </p:nvSpPr>
        <p:spPr>
          <a:xfrm>
            <a:off x="1598400" y="899568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138" name="Text 123"/>
          <p:cNvSpPr/>
          <p:nvPr/>
        </p:nvSpPr>
        <p:spPr>
          <a:xfrm>
            <a:off x="734400" y="931968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139" name="Text 124"/>
          <p:cNvSpPr/>
          <p:nvPr/>
        </p:nvSpPr>
        <p:spPr>
          <a:xfrm>
            <a:off x="734400" y="939888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140" name="Image 13" descr="QR de validaçã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38400" y="9053280"/>
            <a:ext cx="486000" cy="486000"/>
          </a:xfrm>
          <a:prstGeom prst="rect">
            <a:avLst/>
          </a:prstGeom>
        </p:spPr>
      </p:pic>
      <p:sp>
        <p:nvSpPr>
          <p:cNvPr id="141" name="Shape 125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42" name="Shape 126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43" name="Shape 127"/>
          <p:cNvSpPr/>
          <p:nvPr/>
        </p:nvSpPr>
        <p:spPr>
          <a:xfrm>
            <a:off x="3888000" y="905328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44" name="Shape 128"/>
          <p:cNvSpPr/>
          <p:nvPr/>
        </p:nvSpPr>
        <p:spPr>
          <a:xfrm>
            <a:off x="3888000" y="817128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145" name="Image 14" descr="brasa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3200" y="7699680"/>
            <a:ext cx="324000" cy="342000"/>
          </a:xfrm>
          <a:prstGeom prst="rect">
            <a:avLst/>
          </a:prstGeom>
        </p:spPr>
      </p:pic>
      <p:sp>
        <p:nvSpPr>
          <p:cNvPr id="146" name="Text 129"/>
          <p:cNvSpPr/>
          <p:nvPr/>
        </p:nvSpPr>
        <p:spPr>
          <a:xfrm>
            <a:off x="4392000" y="769248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147" name="Text 130"/>
          <p:cNvSpPr/>
          <p:nvPr/>
        </p:nvSpPr>
        <p:spPr>
          <a:xfrm>
            <a:off x="4392000" y="781488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148" name="Text 131"/>
          <p:cNvSpPr/>
          <p:nvPr/>
        </p:nvSpPr>
        <p:spPr>
          <a:xfrm>
            <a:off x="4392000" y="798768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149" name="Shape 132"/>
          <p:cNvSpPr/>
          <p:nvPr/>
        </p:nvSpPr>
        <p:spPr>
          <a:xfrm>
            <a:off x="4032000" y="829728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150" name="Text 133"/>
          <p:cNvSpPr/>
          <p:nvPr/>
        </p:nvSpPr>
        <p:spPr>
          <a:xfrm>
            <a:off x="4896000" y="82756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151" name="Text 134"/>
          <p:cNvSpPr/>
          <p:nvPr/>
        </p:nvSpPr>
        <p:spPr>
          <a:xfrm>
            <a:off x="4896000" y="836928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152" name="Text 135"/>
          <p:cNvSpPr/>
          <p:nvPr/>
        </p:nvSpPr>
        <p:spPr>
          <a:xfrm>
            <a:off x="4896000" y="862128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153" name="Text 136"/>
          <p:cNvSpPr/>
          <p:nvPr/>
        </p:nvSpPr>
        <p:spPr>
          <a:xfrm>
            <a:off x="4896000" y="870768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154" name="Text 137"/>
          <p:cNvSpPr/>
          <p:nvPr/>
        </p:nvSpPr>
        <p:spPr>
          <a:xfrm>
            <a:off x="5904000" y="862128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155" name="Text 138"/>
          <p:cNvSpPr/>
          <p:nvPr/>
        </p:nvSpPr>
        <p:spPr>
          <a:xfrm>
            <a:off x="5904000" y="870768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156" name="Text 139"/>
          <p:cNvSpPr/>
          <p:nvPr/>
        </p:nvSpPr>
        <p:spPr>
          <a:xfrm>
            <a:off x="4896000" y="890928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157" name="Text 140"/>
          <p:cNvSpPr/>
          <p:nvPr/>
        </p:nvSpPr>
        <p:spPr>
          <a:xfrm>
            <a:off x="4896000" y="899568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158" name="Text 141"/>
          <p:cNvSpPr/>
          <p:nvPr/>
        </p:nvSpPr>
        <p:spPr>
          <a:xfrm>
            <a:off x="4032000" y="931968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159" name="Text 142"/>
          <p:cNvSpPr/>
          <p:nvPr/>
        </p:nvSpPr>
        <p:spPr>
          <a:xfrm>
            <a:off x="4032000" y="939888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160" name="Image 15" descr="QR de validaçã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6000" y="9053280"/>
            <a:ext cx="486000" cy="486000"/>
          </a:xfrm>
          <a:prstGeom prst="rect">
            <a:avLst/>
          </a:prstGeom>
        </p:spPr>
      </p:pic>
      <p:sp>
        <p:nvSpPr>
          <p:cNvPr id="161" name="Shape 143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62" name="Text 144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8000" y="113544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960000" y="120024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5" name="Shape 3"/>
          <p:cNvSpPr/>
          <p:nvPr/>
        </p:nvSpPr>
        <p:spPr>
          <a:xfrm>
            <a:off x="39816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816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7" name="Shape 5"/>
          <p:cNvSpPr/>
          <p:nvPr/>
        </p:nvSpPr>
        <p:spPr>
          <a:xfrm>
            <a:off x="44820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20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9" name="Shape 7"/>
          <p:cNvSpPr/>
          <p:nvPr/>
        </p:nvSpPr>
        <p:spPr>
          <a:xfrm>
            <a:off x="49824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24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11" name="Shape 9"/>
          <p:cNvSpPr/>
          <p:nvPr/>
        </p:nvSpPr>
        <p:spPr>
          <a:xfrm>
            <a:off x="54828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28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13" name="Shape 11"/>
          <p:cNvSpPr/>
          <p:nvPr/>
        </p:nvSpPr>
        <p:spPr>
          <a:xfrm>
            <a:off x="59832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32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15" name="Shape 13"/>
          <p:cNvSpPr/>
          <p:nvPr/>
        </p:nvSpPr>
        <p:spPr>
          <a:xfrm>
            <a:off x="64836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6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17" name="Shape 15"/>
          <p:cNvSpPr/>
          <p:nvPr/>
        </p:nvSpPr>
        <p:spPr>
          <a:xfrm>
            <a:off x="39816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16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19" name="Shape 17"/>
          <p:cNvSpPr/>
          <p:nvPr/>
        </p:nvSpPr>
        <p:spPr>
          <a:xfrm>
            <a:off x="44820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20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21" name="Shape 19"/>
          <p:cNvSpPr/>
          <p:nvPr/>
        </p:nvSpPr>
        <p:spPr>
          <a:xfrm>
            <a:off x="49824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24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23" name="Shape 21"/>
          <p:cNvSpPr/>
          <p:nvPr/>
        </p:nvSpPr>
        <p:spPr>
          <a:xfrm>
            <a:off x="54828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28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25" name="Shape 23"/>
          <p:cNvSpPr/>
          <p:nvPr/>
        </p:nvSpPr>
        <p:spPr>
          <a:xfrm>
            <a:off x="59832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32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27" name="Shape 25"/>
          <p:cNvSpPr/>
          <p:nvPr/>
        </p:nvSpPr>
        <p:spPr>
          <a:xfrm>
            <a:off x="64836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36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29" name="Text 27"/>
          <p:cNvSpPr/>
          <p:nvPr/>
        </p:nvSpPr>
        <p:spPr>
          <a:xfrm>
            <a:off x="3996000" y="245304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30" name="Text 28"/>
          <p:cNvSpPr/>
          <p:nvPr/>
        </p:nvSpPr>
        <p:spPr>
          <a:xfrm>
            <a:off x="3996000" y="284184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31" name="Shape 29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0400" y="113544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62400" y="120024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35" name="Shape 33"/>
          <p:cNvSpPr/>
          <p:nvPr/>
        </p:nvSpPr>
        <p:spPr>
          <a:xfrm>
            <a:off x="6840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0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37" name="Shape 35"/>
          <p:cNvSpPr/>
          <p:nvPr/>
        </p:nvSpPr>
        <p:spPr>
          <a:xfrm>
            <a:off x="11844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44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39" name="Shape 37"/>
          <p:cNvSpPr/>
          <p:nvPr/>
        </p:nvSpPr>
        <p:spPr>
          <a:xfrm>
            <a:off x="16848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848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41" name="Shape 39"/>
          <p:cNvSpPr/>
          <p:nvPr/>
        </p:nvSpPr>
        <p:spPr>
          <a:xfrm>
            <a:off x="21852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852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43" name="Shape 41"/>
          <p:cNvSpPr/>
          <p:nvPr/>
        </p:nvSpPr>
        <p:spPr>
          <a:xfrm>
            <a:off x="26856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856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45" name="Shape 43"/>
          <p:cNvSpPr/>
          <p:nvPr/>
        </p:nvSpPr>
        <p:spPr>
          <a:xfrm>
            <a:off x="31860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860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47" name="Shape 45"/>
          <p:cNvSpPr/>
          <p:nvPr/>
        </p:nvSpPr>
        <p:spPr>
          <a:xfrm>
            <a:off x="6840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0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49" name="Shape 47"/>
          <p:cNvSpPr/>
          <p:nvPr/>
        </p:nvSpPr>
        <p:spPr>
          <a:xfrm>
            <a:off x="11844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844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51" name="Shape 49"/>
          <p:cNvSpPr/>
          <p:nvPr/>
        </p:nvSpPr>
        <p:spPr>
          <a:xfrm>
            <a:off x="16848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848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53" name="Shape 51"/>
          <p:cNvSpPr/>
          <p:nvPr/>
        </p:nvSpPr>
        <p:spPr>
          <a:xfrm>
            <a:off x="21852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852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55" name="Shape 53"/>
          <p:cNvSpPr/>
          <p:nvPr/>
        </p:nvSpPr>
        <p:spPr>
          <a:xfrm>
            <a:off x="26856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856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57" name="Shape 55"/>
          <p:cNvSpPr/>
          <p:nvPr/>
        </p:nvSpPr>
        <p:spPr>
          <a:xfrm>
            <a:off x="31860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860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59" name="Text 57"/>
          <p:cNvSpPr/>
          <p:nvPr/>
        </p:nvSpPr>
        <p:spPr>
          <a:xfrm>
            <a:off x="698400" y="245304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60" name="Text 58"/>
          <p:cNvSpPr/>
          <p:nvPr/>
        </p:nvSpPr>
        <p:spPr>
          <a:xfrm>
            <a:off x="698400" y="284184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61" name="Shape 59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88000" y="329472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3960000" y="335952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65" name="Shape 63"/>
          <p:cNvSpPr/>
          <p:nvPr/>
        </p:nvSpPr>
        <p:spPr>
          <a:xfrm>
            <a:off x="39816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816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67" name="Shape 65"/>
          <p:cNvSpPr/>
          <p:nvPr/>
        </p:nvSpPr>
        <p:spPr>
          <a:xfrm>
            <a:off x="44820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20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69" name="Shape 67"/>
          <p:cNvSpPr/>
          <p:nvPr/>
        </p:nvSpPr>
        <p:spPr>
          <a:xfrm>
            <a:off x="49824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824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71" name="Shape 69"/>
          <p:cNvSpPr/>
          <p:nvPr/>
        </p:nvSpPr>
        <p:spPr>
          <a:xfrm>
            <a:off x="54828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28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73" name="Shape 71"/>
          <p:cNvSpPr/>
          <p:nvPr/>
        </p:nvSpPr>
        <p:spPr>
          <a:xfrm>
            <a:off x="59832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832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75" name="Shape 73"/>
          <p:cNvSpPr/>
          <p:nvPr/>
        </p:nvSpPr>
        <p:spPr>
          <a:xfrm>
            <a:off x="64836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836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77" name="Shape 75"/>
          <p:cNvSpPr/>
          <p:nvPr/>
        </p:nvSpPr>
        <p:spPr>
          <a:xfrm>
            <a:off x="39816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816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79" name="Shape 77"/>
          <p:cNvSpPr/>
          <p:nvPr/>
        </p:nvSpPr>
        <p:spPr>
          <a:xfrm>
            <a:off x="44820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820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81" name="Shape 79"/>
          <p:cNvSpPr/>
          <p:nvPr/>
        </p:nvSpPr>
        <p:spPr>
          <a:xfrm>
            <a:off x="49824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824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83" name="Shape 81"/>
          <p:cNvSpPr/>
          <p:nvPr/>
        </p:nvSpPr>
        <p:spPr>
          <a:xfrm>
            <a:off x="54828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28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85" name="Shape 83"/>
          <p:cNvSpPr/>
          <p:nvPr/>
        </p:nvSpPr>
        <p:spPr>
          <a:xfrm>
            <a:off x="59832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832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87" name="Shape 85"/>
          <p:cNvSpPr/>
          <p:nvPr/>
        </p:nvSpPr>
        <p:spPr>
          <a:xfrm>
            <a:off x="64836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836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89" name="Text 87"/>
          <p:cNvSpPr/>
          <p:nvPr/>
        </p:nvSpPr>
        <p:spPr>
          <a:xfrm>
            <a:off x="3996000" y="461232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90" name="Text 88"/>
          <p:cNvSpPr/>
          <p:nvPr/>
        </p:nvSpPr>
        <p:spPr>
          <a:xfrm>
            <a:off x="3996000" y="500112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91" name="Shape 89"/>
          <p:cNvSpPr/>
          <p:nvPr/>
        </p:nvSpPr>
        <p:spPr>
          <a:xfrm>
            <a:off x="38880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0400" y="329472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4" name="Text 92"/>
          <p:cNvSpPr/>
          <p:nvPr/>
        </p:nvSpPr>
        <p:spPr>
          <a:xfrm>
            <a:off x="662400" y="335952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95" name="Shape 93"/>
          <p:cNvSpPr/>
          <p:nvPr/>
        </p:nvSpPr>
        <p:spPr>
          <a:xfrm>
            <a:off x="6840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40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97" name="Shape 95"/>
          <p:cNvSpPr/>
          <p:nvPr/>
        </p:nvSpPr>
        <p:spPr>
          <a:xfrm>
            <a:off x="11844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844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99" name="Shape 97"/>
          <p:cNvSpPr/>
          <p:nvPr/>
        </p:nvSpPr>
        <p:spPr>
          <a:xfrm>
            <a:off x="16848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848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101" name="Shape 99"/>
          <p:cNvSpPr/>
          <p:nvPr/>
        </p:nvSpPr>
        <p:spPr>
          <a:xfrm>
            <a:off x="21852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1852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103" name="Shape 101"/>
          <p:cNvSpPr/>
          <p:nvPr/>
        </p:nvSpPr>
        <p:spPr>
          <a:xfrm>
            <a:off x="26856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6856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105" name="Shape 103"/>
          <p:cNvSpPr/>
          <p:nvPr/>
        </p:nvSpPr>
        <p:spPr>
          <a:xfrm>
            <a:off x="3186000" y="35971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186000" y="36151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107" name="Shape 105"/>
          <p:cNvSpPr/>
          <p:nvPr/>
        </p:nvSpPr>
        <p:spPr>
          <a:xfrm>
            <a:off x="6840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840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109" name="Shape 107"/>
          <p:cNvSpPr/>
          <p:nvPr/>
        </p:nvSpPr>
        <p:spPr>
          <a:xfrm>
            <a:off x="11844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1844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111" name="Shape 109"/>
          <p:cNvSpPr/>
          <p:nvPr/>
        </p:nvSpPr>
        <p:spPr>
          <a:xfrm>
            <a:off x="16848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6848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113" name="Shape 111"/>
          <p:cNvSpPr/>
          <p:nvPr/>
        </p:nvSpPr>
        <p:spPr>
          <a:xfrm>
            <a:off x="21852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1852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115" name="Shape 113"/>
          <p:cNvSpPr/>
          <p:nvPr/>
        </p:nvSpPr>
        <p:spPr>
          <a:xfrm>
            <a:off x="26856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6856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117" name="Shape 115"/>
          <p:cNvSpPr/>
          <p:nvPr/>
        </p:nvSpPr>
        <p:spPr>
          <a:xfrm>
            <a:off x="3186000" y="408672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186000" y="410472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119" name="Text 117"/>
          <p:cNvSpPr/>
          <p:nvPr/>
        </p:nvSpPr>
        <p:spPr>
          <a:xfrm>
            <a:off x="698400" y="461232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120" name="Text 118"/>
          <p:cNvSpPr/>
          <p:nvPr/>
        </p:nvSpPr>
        <p:spPr>
          <a:xfrm>
            <a:off x="698400" y="500112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121" name="Shape 119"/>
          <p:cNvSpPr/>
          <p:nvPr/>
        </p:nvSpPr>
        <p:spPr>
          <a:xfrm>
            <a:off x="590400" y="329472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888000" y="545400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4" name="Text 122"/>
          <p:cNvSpPr/>
          <p:nvPr/>
        </p:nvSpPr>
        <p:spPr>
          <a:xfrm>
            <a:off x="3960000" y="551880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125" name="Shape 123"/>
          <p:cNvSpPr/>
          <p:nvPr/>
        </p:nvSpPr>
        <p:spPr>
          <a:xfrm>
            <a:off x="39816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9816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127" name="Shape 125"/>
          <p:cNvSpPr/>
          <p:nvPr/>
        </p:nvSpPr>
        <p:spPr>
          <a:xfrm>
            <a:off x="44820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4820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129" name="Shape 127"/>
          <p:cNvSpPr/>
          <p:nvPr/>
        </p:nvSpPr>
        <p:spPr>
          <a:xfrm>
            <a:off x="49824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9824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131" name="Shape 129"/>
          <p:cNvSpPr/>
          <p:nvPr/>
        </p:nvSpPr>
        <p:spPr>
          <a:xfrm>
            <a:off x="54828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4828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133" name="Shape 131"/>
          <p:cNvSpPr/>
          <p:nvPr/>
        </p:nvSpPr>
        <p:spPr>
          <a:xfrm>
            <a:off x="59832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9832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135" name="Shape 133"/>
          <p:cNvSpPr/>
          <p:nvPr/>
        </p:nvSpPr>
        <p:spPr>
          <a:xfrm>
            <a:off x="64836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4836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137" name="Shape 135"/>
          <p:cNvSpPr/>
          <p:nvPr/>
        </p:nvSpPr>
        <p:spPr>
          <a:xfrm>
            <a:off x="39816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9816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139" name="Shape 137"/>
          <p:cNvSpPr/>
          <p:nvPr/>
        </p:nvSpPr>
        <p:spPr>
          <a:xfrm>
            <a:off x="44820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4820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141" name="Shape 139"/>
          <p:cNvSpPr/>
          <p:nvPr/>
        </p:nvSpPr>
        <p:spPr>
          <a:xfrm>
            <a:off x="49824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9824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143" name="Shape 141"/>
          <p:cNvSpPr/>
          <p:nvPr/>
        </p:nvSpPr>
        <p:spPr>
          <a:xfrm>
            <a:off x="54828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4828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145" name="Shape 143"/>
          <p:cNvSpPr/>
          <p:nvPr/>
        </p:nvSpPr>
        <p:spPr>
          <a:xfrm>
            <a:off x="59832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9832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147" name="Shape 145"/>
          <p:cNvSpPr/>
          <p:nvPr/>
        </p:nvSpPr>
        <p:spPr>
          <a:xfrm>
            <a:off x="64836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4836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149" name="Text 147"/>
          <p:cNvSpPr/>
          <p:nvPr/>
        </p:nvSpPr>
        <p:spPr>
          <a:xfrm>
            <a:off x="3996000" y="677160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150" name="Text 148"/>
          <p:cNvSpPr/>
          <p:nvPr/>
        </p:nvSpPr>
        <p:spPr>
          <a:xfrm>
            <a:off x="3996000" y="716040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151" name="Shape 149"/>
          <p:cNvSpPr/>
          <p:nvPr/>
        </p:nvSpPr>
        <p:spPr>
          <a:xfrm>
            <a:off x="38880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52" name="Shape 150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90400" y="545400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4" name="Text 152"/>
          <p:cNvSpPr/>
          <p:nvPr/>
        </p:nvSpPr>
        <p:spPr>
          <a:xfrm>
            <a:off x="662400" y="551880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155" name="Shape 153"/>
          <p:cNvSpPr/>
          <p:nvPr/>
        </p:nvSpPr>
        <p:spPr>
          <a:xfrm>
            <a:off x="6840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840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157" name="Shape 155"/>
          <p:cNvSpPr/>
          <p:nvPr/>
        </p:nvSpPr>
        <p:spPr>
          <a:xfrm>
            <a:off x="11844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1844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159" name="Shape 157"/>
          <p:cNvSpPr/>
          <p:nvPr/>
        </p:nvSpPr>
        <p:spPr>
          <a:xfrm>
            <a:off x="16848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6848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161" name="Shape 159"/>
          <p:cNvSpPr/>
          <p:nvPr/>
        </p:nvSpPr>
        <p:spPr>
          <a:xfrm>
            <a:off x="21852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1852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163" name="Shape 161"/>
          <p:cNvSpPr/>
          <p:nvPr/>
        </p:nvSpPr>
        <p:spPr>
          <a:xfrm>
            <a:off x="26856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6856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165" name="Shape 163"/>
          <p:cNvSpPr/>
          <p:nvPr/>
        </p:nvSpPr>
        <p:spPr>
          <a:xfrm>
            <a:off x="3186000" y="57564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186000" y="57744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167" name="Shape 165"/>
          <p:cNvSpPr/>
          <p:nvPr/>
        </p:nvSpPr>
        <p:spPr>
          <a:xfrm>
            <a:off x="6840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840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169" name="Shape 167"/>
          <p:cNvSpPr/>
          <p:nvPr/>
        </p:nvSpPr>
        <p:spPr>
          <a:xfrm>
            <a:off x="11844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1844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171" name="Shape 169"/>
          <p:cNvSpPr/>
          <p:nvPr/>
        </p:nvSpPr>
        <p:spPr>
          <a:xfrm>
            <a:off x="16848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6848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173" name="Shape 171"/>
          <p:cNvSpPr/>
          <p:nvPr/>
        </p:nvSpPr>
        <p:spPr>
          <a:xfrm>
            <a:off x="21852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1852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175" name="Shape 173"/>
          <p:cNvSpPr/>
          <p:nvPr/>
        </p:nvSpPr>
        <p:spPr>
          <a:xfrm>
            <a:off x="26856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6856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177" name="Shape 175"/>
          <p:cNvSpPr/>
          <p:nvPr/>
        </p:nvSpPr>
        <p:spPr>
          <a:xfrm>
            <a:off x="3186000" y="624600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186000" y="626400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179" name="Text 177"/>
          <p:cNvSpPr/>
          <p:nvPr/>
        </p:nvSpPr>
        <p:spPr>
          <a:xfrm>
            <a:off x="698400" y="677160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180" name="Text 178"/>
          <p:cNvSpPr/>
          <p:nvPr/>
        </p:nvSpPr>
        <p:spPr>
          <a:xfrm>
            <a:off x="698400" y="716040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181" name="Shape 179"/>
          <p:cNvSpPr/>
          <p:nvPr/>
        </p:nvSpPr>
        <p:spPr>
          <a:xfrm>
            <a:off x="590400" y="545400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82" name="Shape 180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888000" y="761328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4" name="Text 182"/>
          <p:cNvSpPr/>
          <p:nvPr/>
        </p:nvSpPr>
        <p:spPr>
          <a:xfrm>
            <a:off x="3960000" y="767808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185" name="Shape 183"/>
          <p:cNvSpPr/>
          <p:nvPr/>
        </p:nvSpPr>
        <p:spPr>
          <a:xfrm>
            <a:off x="39816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816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187" name="Shape 185"/>
          <p:cNvSpPr/>
          <p:nvPr/>
        </p:nvSpPr>
        <p:spPr>
          <a:xfrm>
            <a:off x="44820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4820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189" name="Shape 187"/>
          <p:cNvSpPr/>
          <p:nvPr/>
        </p:nvSpPr>
        <p:spPr>
          <a:xfrm>
            <a:off x="49824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49824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191" name="Shape 189"/>
          <p:cNvSpPr/>
          <p:nvPr/>
        </p:nvSpPr>
        <p:spPr>
          <a:xfrm>
            <a:off x="54828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4828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193" name="Shape 191"/>
          <p:cNvSpPr/>
          <p:nvPr/>
        </p:nvSpPr>
        <p:spPr>
          <a:xfrm>
            <a:off x="59832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9832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195" name="Shape 193"/>
          <p:cNvSpPr/>
          <p:nvPr/>
        </p:nvSpPr>
        <p:spPr>
          <a:xfrm>
            <a:off x="64836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4836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197" name="Shape 195"/>
          <p:cNvSpPr/>
          <p:nvPr/>
        </p:nvSpPr>
        <p:spPr>
          <a:xfrm>
            <a:off x="39816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39816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199" name="Shape 197"/>
          <p:cNvSpPr/>
          <p:nvPr/>
        </p:nvSpPr>
        <p:spPr>
          <a:xfrm>
            <a:off x="44820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4820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201" name="Shape 199"/>
          <p:cNvSpPr/>
          <p:nvPr/>
        </p:nvSpPr>
        <p:spPr>
          <a:xfrm>
            <a:off x="49824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49824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203" name="Shape 201"/>
          <p:cNvSpPr/>
          <p:nvPr/>
        </p:nvSpPr>
        <p:spPr>
          <a:xfrm>
            <a:off x="54828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54828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205" name="Shape 203"/>
          <p:cNvSpPr/>
          <p:nvPr/>
        </p:nvSpPr>
        <p:spPr>
          <a:xfrm>
            <a:off x="59832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9832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207" name="Shape 205"/>
          <p:cNvSpPr/>
          <p:nvPr/>
        </p:nvSpPr>
        <p:spPr>
          <a:xfrm>
            <a:off x="64836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4836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209" name="Text 207"/>
          <p:cNvSpPr/>
          <p:nvPr/>
        </p:nvSpPr>
        <p:spPr>
          <a:xfrm>
            <a:off x="3996000" y="893088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210" name="Text 208"/>
          <p:cNvSpPr/>
          <p:nvPr/>
        </p:nvSpPr>
        <p:spPr>
          <a:xfrm>
            <a:off x="3996000" y="931968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211" name="Shape 209"/>
          <p:cNvSpPr/>
          <p:nvPr/>
        </p:nvSpPr>
        <p:spPr>
          <a:xfrm>
            <a:off x="38880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12" name="Shape 210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90400" y="761328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4" name="Text 212"/>
          <p:cNvSpPr/>
          <p:nvPr/>
        </p:nvSpPr>
        <p:spPr>
          <a:xfrm>
            <a:off x="662400" y="767808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215" name="Shape 213"/>
          <p:cNvSpPr/>
          <p:nvPr/>
        </p:nvSpPr>
        <p:spPr>
          <a:xfrm>
            <a:off x="6840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840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217" name="Shape 215"/>
          <p:cNvSpPr/>
          <p:nvPr/>
        </p:nvSpPr>
        <p:spPr>
          <a:xfrm>
            <a:off x="11844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1844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219" name="Shape 217"/>
          <p:cNvSpPr/>
          <p:nvPr/>
        </p:nvSpPr>
        <p:spPr>
          <a:xfrm>
            <a:off x="16848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6848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221" name="Shape 219"/>
          <p:cNvSpPr/>
          <p:nvPr/>
        </p:nvSpPr>
        <p:spPr>
          <a:xfrm>
            <a:off x="21852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21852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223" name="Shape 221"/>
          <p:cNvSpPr/>
          <p:nvPr/>
        </p:nvSpPr>
        <p:spPr>
          <a:xfrm>
            <a:off x="26856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26856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225" name="Shape 223"/>
          <p:cNvSpPr/>
          <p:nvPr/>
        </p:nvSpPr>
        <p:spPr>
          <a:xfrm>
            <a:off x="3186000" y="79156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3186000" y="79336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227" name="Shape 225"/>
          <p:cNvSpPr/>
          <p:nvPr/>
        </p:nvSpPr>
        <p:spPr>
          <a:xfrm>
            <a:off x="6840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6840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229" name="Shape 227"/>
          <p:cNvSpPr/>
          <p:nvPr/>
        </p:nvSpPr>
        <p:spPr>
          <a:xfrm>
            <a:off x="11844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1844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231" name="Shape 229"/>
          <p:cNvSpPr/>
          <p:nvPr/>
        </p:nvSpPr>
        <p:spPr>
          <a:xfrm>
            <a:off x="16848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6848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233" name="Shape 231"/>
          <p:cNvSpPr/>
          <p:nvPr/>
        </p:nvSpPr>
        <p:spPr>
          <a:xfrm>
            <a:off x="21852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21852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235" name="Shape 233"/>
          <p:cNvSpPr/>
          <p:nvPr/>
        </p:nvSpPr>
        <p:spPr>
          <a:xfrm>
            <a:off x="26856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26856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237" name="Shape 235"/>
          <p:cNvSpPr/>
          <p:nvPr/>
        </p:nvSpPr>
        <p:spPr>
          <a:xfrm>
            <a:off x="3186000" y="840528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3186000" y="842328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239" name="Text 237"/>
          <p:cNvSpPr/>
          <p:nvPr/>
        </p:nvSpPr>
        <p:spPr>
          <a:xfrm>
            <a:off x="698400" y="893088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240" name="Text 238"/>
          <p:cNvSpPr/>
          <p:nvPr/>
        </p:nvSpPr>
        <p:spPr>
          <a:xfrm>
            <a:off x="698400" y="931968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241" name="Shape 239"/>
          <p:cNvSpPr/>
          <p:nvPr/>
        </p:nvSpPr>
        <p:spPr>
          <a:xfrm>
            <a:off x="590400" y="761328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42" name="Text 240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Shape 1"/>
          <p:cNvSpPr/>
          <p:nvPr/>
        </p:nvSpPr>
        <p:spPr>
          <a:xfrm>
            <a:off x="590400" y="2575440"/>
            <a:ext cx="3081600" cy="5040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0400" y="1693440"/>
            <a:ext cx="3081600" cy="576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5" name="Image 0" descr="bra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600" y="1221840"/>
            <a:ext cx="324000" cy="34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4400" y="1214640"/>
            <a:ext cx="244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 · MINISTÉRIO DA EDUCAÇÃO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1094400" y="1337040"/>
            <a:ext cx="24480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TRANSPORTE ESCOLAR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94400" y="1509840"/>
            <a:ext cx="244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20" dirty="0"/>
          </a:p>
        </p:txBody>
      </p:sp>
      <p:sp>
        <p:nvSpPr>
          <p:cNvPr id="9" name="Shape 6"/>
          <p:cNvSpPr/>
          <p:nvPr/>
        </p:nvSpPr>
        <p:spPr>
          <a:xfrm>
            <a:off x="734400" y="1819440"/>
            <a:ext cx="756000" cy="972000"/>
          </a:xfrm>
          <a:prstGeom prst="roundRect">
            <a:avLst>
              <a:gd name="adj" fmla="val 863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598400" y="17978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400" dirty="0"/>
          </a:p>
        </p:txBody>
      </p:sp>
      <p:sp>
        <p:nvSpPr>
          <p:cNvPr id="11" name="Text 8"/>
          <p:cNvSpPr/>
          <p:nvPr/>
        </p:nvSpPr>
        <p:spPr>
          <a:xfrm>
            <a:off x="1598400" y="1891440"/>
            <a:ext cx="198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598400" y="214344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/ TURMA</a:t>
            </a:r>
            <a:endParaRPr lang="en-US" sz="400" dirty="0"/>
          </a:p>
        </p:txBody>
      </p:sp>
      <p:sp>
        <p:nvSpPr>
          <p:cNvPr id="13" name="Text 10"/>
          <p:cNvSpPr/>
          <p:nvPr/>
        </p:nvSpPr>
        <p:spPr>
          <a:xfrm>
            <a:off x="1598400" y="222984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· B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606400" y="214344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PROCESSO</a:t>
            </a:r>
            <a:endParaRPr lang="en-US" sz="400" dirty="0"/>
          </a:p>
        </p:txBody>
      </p:sp>
      <p:sp>
        <p:nvSpPr>
          <p:cNvPr id="15" name="Text 12"/>
          <p:cNvSpPr/>
          <p:nvPr/>
        </p:nvSpPr>
        <p:spPr>
          <a:xfrm>
            <a:off x="2606400" y="2229840"/>
            <a:ext cx="936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2025-0012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1598400" y="243144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/ ROTA</a:t>
            </a:r>
            <a:endParaRPr lang="en-US" sz="400" dirty="0"/>
          </a:p>
        </p:txBody>
      </p:sp>
      <p:sp>
        <p:nvSpPr>
          <p:cNvPr id="17" name="Text 14"/>
          <p:cNvSpPr/>
          <p:nvPr/>
        </p:nvSpPr>
        <p:spPr>
          <a:xfrm>
            <a:off x="1598400" y="2517840"/>
            <a:ext cx="194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 · Malanje-Centro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34400" y="2841840"/>
            <a:ext cx="10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LECTIVO</a:t>
            </a:r>
            <a:endParaRPr lang="en-US" sz="400" dirty="0"/>
          </a:p>
        </p:txBody>
      </p:sp>
      <p:sp>
        <p:nvSpPr>
          <p:cNvPr id="19" name="Text 16"/>
          <p:cNvSpPr/>
          <p:nvPr/>
        </p:nvSpPr>
        <p:spPr>
          <a:xfrm>
            <a:off x="734400" y="2921040"/>
            <a:ext cx="1080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2025/2026</a:t>
            </a:r>
            <a:endParaRPr lang="en-US" sz="560" dirty="0"/>
          </a:p>
        </p:txBody>
      </p:sp>
      <p:pic>
        <p:nvPicPr>
          <p:cNvPr id="20" name="Image 1" descr="QR de valid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00" y="2575440"/>
            <a:ext cx="486000" cy="4860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04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2/2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/>
          </a:solidFill>
          <a:ln w="14402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8000" y="1135440"/>
            <a:ext cx="3081600" cy="23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960000" y="1200240"/>
            <a:ext cx="2952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MENSAL DE VIAGEM · CARIMBO / RUBRICA</a:t>
            </a:r>
            <a:endParaRPr lang="en-US" sz="520" dirty="0"/>
          </a:p>
        </p:txBody>
      </p:sp>
      <p:sp>
        <p:nvSpPr>
          <p:cNvPr id="5" name="Shape 3"/>
          <p:cNvSpPr/>
          <p:nvPr/>
        </p:nvSpPr>
        <p:spPr>
          <a:xfrm>
            <a:off x="39816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816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440" dirty="0"/>
          </a:p>
        </p:txBody>
      </p:sp>
      <p:sp>
        <p:nvSpPr>
          <p:cNvPr id="7" name="Shape 5"/>
          <p:cNvSpPr/>
          <p:nvPr/>
        </p:nvSpPr>
        <p:spPr>
          <a:xfrm>
            <a:off x="44820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20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" dirty="0"/>
          </a:p>
        </p:txBody>
      </p:sp>
      <p:sp>
        <p:nvSpPr>
          <p:cNvPr id="9" name="Shape 7"/>
          <p:cNvSpPr/>
          <p:nvPr/>
        </p:nvSpPr>
        <p:spPr>
          <a:xfrm>
            <a:off x="49824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24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440" dirty="0"/>
          </a:p>
        </p:txBody>
      </p:sp>
      <p:sp>
        <p:nvSpPr>
          <p:cNvPr id="11" name="Shape 9"/>
          <p:cNvSpPr/>
          <p:nvPr/>
        </p:nvSpPr>
        <p:spPr>
          <a:xfrm>
            <a:off x="54828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28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</a:t>
            </a:r>
            <a:endParaRPr lang="en-US" sz="440" dirty="0"/>
          </a:p>
        </p:txBody>
      </p:sp>
      <p:sp>
        <p:nvSpPr>
          <p:cNvPr id="13" name="Shape 11"/>
          <p:cNvSpPr/>
          <p:nvPr/>
        </p:nvSpPr>
        <p:spPr>
          <a:xfrm>
            <a:off x="59832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32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440" dirty="0"/>
          </a:p>
        </p:txBody>
      </p:sp>
      <p:sp>
        <p:nvSpPr>
          <p:cNvPr id="15" name="Shape 13"/>
          <p:cNvSpPr/>
          <p:nvPr/>
        </p:nvSpPr>
        <p:spPr>
          <a:xfrm>
            <a:off x="6483600" y="14378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600" y="14558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</a:t>
            </a:r>
            <a:endParaRPr lang="en-US" sz="440" dirty="0"/>
          </a:p>
        </p:txBody>
      </p:sp>
      <p:sp>
        <p:nvSpPr>
          <p:cNvPr id="17" name="Shape 15"/>
          <p:cNvSpPr/>
          <p:nvPr/>
        </p:nvSpPr>
        <p:spPr>
          <a:xfrm>
            <a:off x="39816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16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440" dirty="0"/>
          </a:p>
        </p:txBody>
      </p:sp>
      <p:sp>
        <p:nvSpPr>
          <p:cNvPr id="19" name="Shape 17"/>
          <p:cNvSpPr/>
          <p:nvPr/>
        </p:nvSpPr>
        <p:spPr>
          <a:xfrm>
            <a:off x="44820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20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</a:t>
            </a:r>
            <a:endParaRPr lang="en-US" sz="440" dirty="0"/>
          </a:p>
        </p:txBody>
      </p:sp>
      <p:sp>
        <p:nvSpPr>
          <p:cNvPr id="21" name="Shape 19"/>
          <p:cNvSpPr/>
          <p:nvPr/>
        </p:nvSpPr>
        <p:spPr>
          <a:xfrm>
            <a:off x="49824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24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440" dirty="0"/>
          </a:p>
        </p:txBody>
      </p:sp>
      <p:sp>
        <p:nvSpPr>
          <p:cNvPr id="23" name="Shape 21"/>
          <p:cNvSpPr/>
          <p:nvPr/>
        </p:nvSpPr>
        <p:spPr>
          <a:xfrm>
            <a:off x="54828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28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440" dirty="0"/>
          </a:p>
        </p:txBody>
      </p:sp>
      <p:sp>
        <p:nvSpPr>
          <p:cNvPr id="25" name="Shape 23"/>
          <p:cNvSpPr/>
          <p:nvPr/>
        </p:nvSpPr>
        <p:spPr>
          <a:xfrm>
            <a:off x="59832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32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440" dirty="0"/>
          </a:p>
        </p:txBody>
      </p:sp>
      <p:sp>
        <p:nvSpPr>
          <p:cNvPr id="27" name="Shape 25"/>
          <p:cNvSpPr/>
          <p:nvPr/>
        </p:nvSpPr>
        <p:spPr>
          <a:xfrm>
            <a:off x="6483600" y="1927440"/>
            <a:ext cx="482400" cy="453600"/>
          </a:xfrm>
          <a:prstGeom prst="roundRect">
            <a:avLst>
              <a:gd name="adj" fmla="val 12799"/>
            </a:avLst>
          </a:prstGeom>
          <a:solidFill>
            <a:srgbClr val="FFFFFF">
              <a:alpha val="0"/>
            </a:srgbClr>
          </a:solidFill>
          <a:ln w="9001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3600" y="1945440"/>
            <a:ext cx="4824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440" dirty="0"/>
          </a:p>
        </p:txBody>
      </p:sp>
      <p:sp>
        <p:nvSpPr>
          <p:cNvPr id="29" name="Text 27"/>
          <p:cNvSpPr/>
          <p:nvPr/>
        </p:nvSpPr>
        <p:spPr>
          <a:xfrm>
            <a:off x="3996000" y="2453040"/>
            <a:ext cx="28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Válido apenas com o carimbo do mês vigente. O motorista pode solicitar o B.I. ou o cartão de estudante. Intransmissível.</a:t>
            </a:r>
            <a:endParaRPr lang="en-US" sz="460" dirty="0"/>
          </a:p>
        </p:txBody>
      </p:sp>
      <p:sp>
        <p:nvSpPr>
          <p:cNvPr id="30" name="Text 28"/>
          <p:cNvSpPr/>
          <p:nvPr/>
        </p:nvSpPr>
        <p:spPr>
          <a:xfrm>
            <a:off x="3996000" y="2841840"/>
            <a:ext cx="2880000" cy="16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440" dirty="0"/>
          </a:p>
        </p:txBody>
      </p:sp>
      <p:sp>
        <p:nvSpPr>
          <p:cNvPr id="31" name="Shape 29"/>
          <p:cNvSpPr/>
          <p:nvPr/>
        </p:nvSpPr>
        <p:spPr>
          <a:xfrm>
            <a:off x="3888000" y="1135440"/>
            <a:ext cx="3081600" cy="194328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44000" y="10476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2/2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Amarelo Escolar</dc:title>
  <dc:subject>PptxGenJS Presentation</dc:subject>
  <dc:creator>Sistema de Gestão Escolar</dc:creator>
  <cp:lastModifiedBy>Sistema de Gestão Escolar</cp:lastModifiedBy>
  <cp:revision>1</cp:revision>
  <dcterms:created xsi:type="dcterms:W3CDTF">2026-10-05T12:38:18Z</dcterms:created>
  <dcterms:modified xsi:type="dcterms:W3CDTF">2026-10-05T12:38:18Z</dcterms:modified>
</cp:coreProperties>
</file>